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1"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Crimson Text" panose="020B0604020202020204" charset="0"/>
      <p:regular r:id="rId26"/>
      <p:bold r:id="rId27"/>
      <p:italic r:id="rId28"/>
      <p:boldItalic r:id="rId29"/>
    </p:embeddedFont>
    <p:embeddedFont>
      <p:font typeface="Josefin Sans" pitchFamily="2" charset="0"/>
      <p:bold r:id="rId30"/>
    </p:embeddedFont>
    <p:embeddedFont>
      <p:font typeface="Lato" panose="020F0502020204030203" pitchFamily="34" charset="0"/>
      <p:regular r:id="rId31"/>
    </p:embeddedFont>
    <p:embeddedFont>
      <p:font typeface="Mako" panose="020B0604020202020204" charset="0"/>
      <p:regular r:id="rId32"/>
    </p:embeddedFont>
    <p:embeddedFont>
      <p:font typeface="Merriweather Light" panose="00000400000000000000" pitchFamily="2" charset="0"/>
      <p:regular r:id="rId33"/>
      <p:bold r:id="rId34"/>
      <p:italic r:id="rId35"/>
      <p:boldItalic r:id="rId36"/>
    </p:embeddedFont>
    <p:embeddedFont>
      <p:font typeface="Montserrat" panose="00000500000000000000" pitchFamily="2" charset="0"/>
      <p:regular r:id="rId37"/>
      <p:bold r:id="rId38"/>
      <p:italic r:id="rId39"/>
      <p:boldItalic r:id="rId40"/>
    </p:embeddedFont>
    <p:embeddedFont>
      <p:font typeface="Open Sans" pitchFamily="2" charset="0"/>
      <p:regular r:id="rId41"/>
      <p:bold r:id="rId42"/>
      <p:italic r:id="rId43"/>
      <p:boldItalic r:id="rId44"/>
    </p:embeddedFont>
    <p:embeddedFont>
      <p:font typeface="Open Sans SemiBold" pitchFamily="2" charset="0"/>
      <p:regular r:id="rId45"/>
      <p:bold r:id="rId46"/>
      <p:italic r:id="rId47"/>
      <p:boldItalic r:id="rId48"/>
    </p:embeddedFont>
    <p:embeddedFont>
      <p:font typeface="Roboto" panose="02000000000000000000" pitchFamily="2" charset="0"/>
      <p:regular r:id="rId49"/>
      <p:bold r:id="rId50"/>
      <p:italic r:id="rId51"/>
      <p:boldItalic r:id="rId52"/>
    </p:embeddedFont>
    <p:embeddedFont>
      <p:font typeface="Rockwell" panose="02060603020205020403" pitchFamily="18" charset="0"/>
      <p:regular r:id="rId53"/>
      <p:bold r:id="rId54"/>
      <p:italic r:id="rId55"/>
      <p:boldItalic r:id="rId56"/>
    </p:embeddedFont>
    <p:embeddedFont>
      <p:font typeface="Russo One" panose="020B0604020202020204" charset="0"/>
      <p:regular r:id="rId57"/>
    </p:embeddedFont>
    <p:embeddedFont>
      <p:font typeface="Vidaloka" panose="020B0604020202020204" charset="0"/>
      <p:regular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018"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0" Type="http://schemas.openxmlformats.org/officeDocument/2006/relationships/font" Target="fonts/font25.fntdata"/><Relationship Id="rId55" Type="http://schemas.openxmlformats.org/officeDocument/2006/relationships/font" Target="fonts/font3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3" Type="http://schemas.openxmlformats.org/officeDocument/2006/relationships/font" Target="fonts/font28.fntdata"/><Relationship Id="rId58" Type="http://schemas.openxmlformats.org/officeDocument/2006/relationships/font" Target="fonts/font33.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56" Type="http://schemas.openxmlformats.org/officeDocument/2006/relationships/font" Target="fonts/font31.fntdata"/><Relationship Id="rId8" Type="http://schemas.openxmlformats.org/officeDocument/2006/relationships/slide" Target="slides/slide7.xml"/><Relationship Id="rId51" Type="http://schemas.openxmlformats.org/officeDocument/2006/relationships/font" Target="fonts/font2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font" Target="fonts/font29.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font" Target="fonts/font24.fntdata"/><Relationship Id="rId57" Type="http://schemas.openxmlformats.org/officeDocument/2006/relationships/font" Target="fonts/font32.fntdata"/><Relationship Id="rId10" Type="http://schemas.openxmlformats.org/officeDocument/2006/relationships/slide" Target="slides/slide9.xml"/><Relationship Id="rId31" Type="http://schemas.openxmlformats.org/officeDocument/2006/relationships/font" Target="fonts/font6.fntdata"/><Relationship Id="rId44" Type="http://schemas.openxmlformats.org/officeDocument/2006/relationships/font" Target="fonts/font19.fntdata"/><Relationship Id="rId52" Type="http://schemas.openxmlformats.org/officeDocument/2006/relationships/font" Target="fonts/font27.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cd8a80d6bc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2cf494d636f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2cf494d636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05aad17dc0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2dbd8146047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2dbd814604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2cf494d636f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2cf494d636f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d1941e8b4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2d1941e8b4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052d82b5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052d82b5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2d052d82b50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2d052d82b5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cee4d18f0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2cee4d18f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cd8a80d6b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cc7554a049_0_4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cc7554a049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2cf721377d3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2cf721377d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2dbd8146047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2dbd814604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2d052d82b50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2d052d82b5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107a9a8b46f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107a9a8b46f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2cee4d18f0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2cee4d18f0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2cee4d18f05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2cee4d18f0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cc7554a049_0_3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 name="Google Shape;605;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dbd8146047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dbd814604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2cf494d636f_1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2cf494d636f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2cf494d636f_1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2cf494d636f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cc7554a049_0_3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4" name="Google Shape;634;gcc7554a049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714550" y="2366272"/>
            <a:ext cx="3714900" cy="8184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8" name="Google Shape;18;p3"/>
          <p:cNvSpPr txBox="1">
            <a:spLocks noGrp="1"/>
          </p:cNvSpPr>
          <p:nvPr>
            <p:ph type="subTitle" idx="1"/>
          </p:nvPr>
        </p:nvSpPr>
        <p:spPr>
          <a:xfrm>
            <a:off x="2291400" y="3076675"/>
            <a:ext cx="4561200" cy="39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9" name="Google Shape;19;p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 name="Google Shape;20;p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 name="Google Shape;21;p3"/>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 name="Google Shape;22;p3"/>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cxnSp>
        <p:nvCxnSpPr>
          <p:cNvPr id="26" name="Google Shape;26;p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 name="Google Shape;27;p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 name="Google Shape;28;p4"/>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5" name="Google Shape;35;p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 name="Google Shape;36;p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 name="Google Shape;37;p5"/>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ubTitle" idx="1"/>
          </p:nvPr>
        </p:nvSpPr>
        <p:spPr>
          <a:xfrm>
            <a:off x="2247500" y="1433050"/>
            <a:ext cx="18381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a:endParaRPr/>
          </a:p>
        </p:txBody>
      </p:sp>
      <p:sp>
        <p:nvSpPr>
          <p:cNvPr id="44" name="Google Shape;44;p7"/>
          <p:cNvSpPr txBox="1">
            <a:spLocks noGrp="1"/>
          </p:cNvSpPr>
          <p:nvPr>
            <p:ph type="subTitle" idx="2"/>
          </p:nvPr>
        </p:nvSpPr>
        <p:spPr>
          <a:xfrm>
            <a:off x="2247500" y="1790050"/>
            <a:ext cx="5160300" cy="2754000"/>
          </a:xfrm>
          <a:prstGeom prst="rect">
            <a:avLst/>
          </a:prstGeom>
        </p:spPr>
        <p:txBody>
          <a:bodyPr spcFirstLastPara="1" wrap="square" lIns="91425" tIns="91425" rIns="91425" bIns="91425" anchor="t" anchorCtr="0">
            <a:noAutofit/>
          </a:bodyPr>
          <a:lstStyle>
            <a:lvl1pPr marR="50800" lvl="0" rtl="0">
              <a:lnSpc>
                <a:spcPct val="166000"/>
              </a:lnSpc>
              <a:spcBef>
                <a:spcPts val="0"/>
              </a:spcBef>
              <a:spcAft>
                <a:spcPts val="0"/>
              </a:spcAft>
              <a:buClr>
                <a:schemeClr val="accent1"/>
              </a:buClr>
              <a:buSzPts val="1400"/>
              <a:buChar char="●"/>
              <a:defRPr sz="1400">
                <a:solidFill>
                  <a:srgbClr val="374957"/>
                </a:solidFill>
              </a:defRPr>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5" name="Google Shape;45;p7"/>
          <p:cNvSpPr txBox="1">
            <a:spLocks noGrp="1"/>
          </p:cNvSpPr>
          <p:nvPr>
            <p:ph type="title"/>
          </p:nvPr>
        </p:nvSpPr>
        <p:spPr>
          <a:xfrm>
            <a:off x="713225" y="445025"/>
            <a:ext cx="4297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46" name="Google Shape;46;p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 name="Google Shape;47;p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122500" y="1073000"/>
            <a:ext cx="6899100" cy="2856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cxnSp>
        <p:nvCxnSpPr>
          <p:cNvPr id="50" name="Google Shape;50;p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1" name="Google Shape;51;p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2" name="Google Shape;52;p8"/>
          <p:cNvCxnSpPr/>
          <p:nvPr/>
        </p:nvCxnSpPr>
        <p:spPr>
          <a:xfrm flipH="1">
            <a:off x="7093250" y="3935075"/>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3" name="Google Shape;53;p8"/>
          <p:cNvCxnSpPr/>
          <p:nvPr/>
        </p:nvCxnSpPr>
        <p:spPr>
          <a:xfrm flipH="1">
            <a:off x="-420450" y="-121600"/>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713225" y="441927"/>
            <a:ext cx="3557100" cy="9777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800"/>
              <a:buNone/>
              <a:defRPr sz="3000">
                <a:latin typeface="Vidaloka"/>
                <a:ea typeface="Vidaloka"/>
                <a:cs typeface="Vidaloka"/>
                <a:sym typeface="Vidaloka"/>
              </a:defRPr>
            </a:lvl1pPr>
          </a:lstStyle>
          <a:p>
            <a:endParaRPr/>
          </a:p>
        </p:txBody>
      </p:sp>
      <p:cxnSp>
        <p:nvCxnSpPr>
          <p:cNvPr id="62" name="Google Shape;62;p1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 name="Google Shape;63;p1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4" name="Google Shape;64;p10"/>
          <p:cNvCxnSpPr/>
          <p:nvPr/>
        </p:nvCxnSpPr>
        <p:spPr>
          <a:xfrm rot="10800000" flipH="1">
            <a:off x="6144975" y="3103725"/>
            <a:ext cx="3118200" cy="22011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11"/>
          <p:cNvSpPr txBox="1">
            <a:spLocks noGrp="1"/>
          </p:cNvSpPr>
          <p:nvPr>
            <p:ph type="title" hasCustomPrompt="1"/>
          </p:nvPr>
        </p:nvSpPr>
        <p:spPr>
          <a:xfrm>
            <a:off x="713225" y="1345363"/>
            <a:ext cx="7717500" cy="1644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a:spLocks noGrp="1"/>
          </p:cNvSpPr>
          <p:nvPr>
            <p:ph type="subTitle" idx="1"/>
          </p:nvPr>
        </p:nvSpPr>
        <p:spPr>
          <a:xfrm>
            <a:off x="1514325" y="3188648"/>
            <a:ext cx="6120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cxnSp>
        <p:nvCxnSpPr>
          <p:cNvPr id="68" name="Google Shape;68;p1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9" name="Google Shape;69;p1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0" name="Google Shape;70;p1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 name="Google Shape;71;p1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 name="Google Shape;91;p14"/>
          <p:cNvSpPr txBox="1">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a:spLocks noGrp="1"/>
          </p:cNvSpPr>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4"/>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4" name="Google Shape;94;p14"/>
          <p:cNvSpPr txBox="1">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a:spLocks noGrp="1"/>
          </p:cNvSpPr>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6" name="Google Shape;96;p14"/>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7" name="Google Shape;97;p14"/>
          <p:cNvSpPr txBox="1">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a:spLocks noGrp="1"/>
          </p:cNvSpPr>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9" name="Google Shape;99;p14"/>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0" name="Google Shape;100;p14"/>
          <p:cNvSpPr txBox="1">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a:spLocks noGrp="1"/>
          </p:cNvSpPr>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14"/>
          <p:cNvSpPr txBox="1">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a:spLocks noGrp="1"/>
          </p:cNvSpPr>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 name="Google Shape;106;p14"/>
          <p:cNvSpPr txBox="1">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a:spLocks noGrp="1"/>
          </p:cNvSpPr>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 name="Google Shape;108;p14"/>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09" name="Google Shape;109;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1" name="Google Shape;111;p1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2" name="Google Shape;112;p1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8850" y="1969550"/>
            <a:ext cx="8307900" cy="348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atin typeface="Arial"/>
                <a:ea typeface="Arial"/>
                <a:cs typeface="Arial"/>
                <a:sym typeface="Aria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94850" y="1482825"/>
            <a:ext cx="51543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9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134" name="Google Shape;134;p18"/>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137"/>
        <p:cNvGrpSpPr/>
        <p:nvPr/>
      </p:nvGrpSpPr>
      <p:grpSpPr>
        <a:xfrm>
          <a:off x="0" y="0"/>
          <a:ext cx="0" cy="0"/>
          <a:chOff x="0" y="0"/>
          <a:chExt cx="0" cy="0"/>
        </a:xfrm>
      </p:grpSpPr>
      <p:sp>
        <p:nvSpPr>
          <p:cNvPr id="138" name="Google Shape;138;p19"/>
          <p:cNvSpPr txBox="1">
            <a:spLocks noGrp="1"/>
          </p:cNvSpPr>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a:endParaRPr/>
          </a:p>
        </p:txBody>
      </p:sp>
      <p:sp>
        <p:nvSpPr>
          <p:cNvPr id="139" name="Google Shape;139;p19"/>
          <p:cNvSpPr txBox="1">
            <a:spLocks noGrp="1"/>
          </p:cNvSpPr>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cxnSp>
        <p:nvCxnSpPr>
          <p:cNvPr id="140" name="Google Shape;140;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1" name="Google Shape;141;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3" name="Google Shape;143;p1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4" name="Google Shape;144;p1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5" name="Google Shape;145;p1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677925" y="2511803"/>
            <a:ext cx="3714900" cy="8058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8" name="Google Shape;148;p20"/>
          <p:cNvSpPr txBox="1">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49" name="Google Shape;149;p20"/>
          <p:cNvSpPr txBox="1">
            <a:spLocks noGrp="1"/>
          </p:cNvSpPr>
          <p:nvPr>
            <p:ph type="subTitle" idx="1"/>
          </p:nvPr>
        </p:nvSpPr>
        <p:spPr>
          <a:xfrm>
            <a:off x="831625" y="3244000"/>
            <a:ext cx="4561200" cy="393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50" name="Google Shape;150;p20"/>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1" name="Google Shape;151;p20"/>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2" name="Google Shape;152;p20"/>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3" name="Google Shape;153;p20"/>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56" name="Google Shape;156;p2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7" name="Google Shape;157;p2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8" name="Google Shape;158;p21"/>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1" name="Google Shape;161;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2" name="Google Shape;162;p2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3" name="Google Shape;163;p2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4" name="Google Shape;164;p2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5" name="Google Shape;165;p2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66" name="Google Shape;166;p2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877475" y="445025"/>
            <a:ext cx="5389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9" name="Google Shape;169;p23"/>
          <p:cNvSpPr txBox="1">
            <a:spLocks noGrp="1"/>
          </p:cNvSpPr>
          <p:nvPr>
            <p:ph type="subTitle" idx="1"/>
          </p:nvPr>
        </p:nvSpPr>
        <p:spPr>
          <a:xfrm>
            <a:off x="32267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0" name="Google Shape;170;p23"/>
          <p:cNvSpPr txBox="1">
            <a:spLocks noGrp="1"/>
          </p:cNvSpPr>
          <p:nvPr>
            <p:ph type="subTitle" idx="2"/>
          </p:nvPr>
        </p:nvSpPr>
        <p:spPr>
          <a:xfrm>
            <a:off x="32267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1" name="Google Shape;171;p23"/>
          <p:cNvSpPr txBox="1">
            <a:spLocks noGrp="1"/>
          </p:cNvSpPr>
          <p:nvPr>
            <p:ph type="subTitle" idx="3"/>
          </p:nvPr>
        </p:nvSpPr>
        <p:spPr>
          <a:xfrm>
            <a:off x="7191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2" name="Google Shape;172;p23"/>
          <p:cNvSpPr txBox="1">
            <a:spLocks noGrp="1"/>
          </p:cNvSpPr>
          <p:nvPr>
            <p:ph type="subTitle" idx="4"/>
          </p:nvPr>
        </p:nvSpPr>
        <p:spPr>
          <a:xfrm>
            <a:off x="7191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3" name="Google Shape;173;p23"/>
          <p:cNvSpPr txBox="1">
            <a:spLocks noGrp="1"/>
          </p:cNvSpPr>
          <p:nvPr>
            <p:ph type="subTitle" idx="5"/>
          </p:nvPr>
        </p:nvSpPr>
        <p:spPr>
          <a:xfrm>
            <a:off x="32267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4" name="Google Shape;174;p23"/>
          <p:cNvSpPr txBox="1">
            <a:spLocks noGrp="1"/>
          </p:cNvSpPr>
          <p:nvPr>
            <p:ph type="subTitle" idx="6"/>
          </p:nvPr>
        </p:nvSpPr>
        <p:spPr>
          <a:xfrm>
            <a:off x="322670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5" name="Google Shape;175;p23"/>
          <p:cNvSpPr txBox="1">
            <a:spLocks noGrp="1"/>
          </p:cNvSpPr>
          <p:nvPr>
            <p:ph type="subTitle" idx="7"/>
          </p:nvPr>
        </p:nvSpPr>
        <p:spPr>
          <a:xfrm>
            <a:off x="7191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6" name="Google Shape;176;p23"/>
          <p:cNvSpPr txBox="1">
            <a:spLocks noGrp="1"/>
          </p:cNvSpPr>
          <p:nvPr>
            <p:ph type="subTitle" idx="8"/>
          </p:nvPr>
        </p:nvSpPr>
        <p:spPr>
          <a:xfrm>
            <a:off x="71915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77" name="Google Shape;177;p2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78" name="Google Shape;178;p2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1" name="Google Shape;181;p2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2" name="Google Shape;182;p2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83" name="Google Shape;183;p2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84" name="Google Shape;184;p24"/>
          <p:cNvSpPr txBox="1">
            <a:spLocks noGrp="1"/>
          </p:cNvSpPr>
          <p:nvPr>
            <p:ph type="body" idx="1"/>
          </p:nvPr>
        </p:nvSpPr>
        <p:spPr>
          <a:xfrm>
            <a:off x="5547900" y="3007750"/>
            <a:ext cx="2883000" cy="15954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marL="914400" lvl="1" indent="-317500" rtl="0">
              <a:lnSpc>
                <a:spcPct val="100000"/>
              </a:lnSpc>
              <a:spcBef>
                <a:spcPts val="0"/>
              </a:spcBef>
              <a:spcAft>
                <a:spcPts val="0"/>
              </a:spcAft>
              <a:buSzPts val="1400"/>
              <a:buChar char="○"/>
              <a:defRPr sz="3000">
                <a:latin typeface="Vidaloka"/>
                <a:ea typeface="Vidaloka"/>
                <a:cs typeface="Vidaloka"/>
                <a:sym typeface="Vidaloka"/>
              </a:defRPr>
            </a:lvl2pPr>
            <a:lvl3pPr marL="1371600" lvl="2" indent="-317500" rtl="0">
              <a:lnSpc>
                <a:spcPct val="100000"/>
              </a:lnSpc>
              <a:spcBef>
                <a:spcPts val="0"/>
              </a:spcBef>
              <a:spcAft>
                <a:spcPts val="0"/>
              </a:spcAft>
              <a:buSzPts val="1400"/>
              <a:buChar char="■"/>
              <a:defRPr sz="3000">
                <a:latin typeface="Vidaloka"/>
                <a:ea typeface="Vidaloka"/>
                <a:cs typeface="Vidaloka"/>
                <a:sym typeface="Vidaloka"/>
              </a:defRPr>
            </a:lvl3pPr>
            <a:lvl4pPr marL="1828800" lvl="3" indent="-317500" rtl="0">
              <a:lnSpc>
                <a:spcPct val="100000"/>
              </a:lnSpc>
              <a:spcBef>
                <a:spcPts val="0"/>
              </a:spcBef>
              <a:spcAft>
                <a:spcPts val="0"/>
              </a:spcAft>
              <a:buSzPts val="1400"/>
              <a:buChar char="●"/>
              <a:defRPr sz="3000">
                <a:latin typeface="Vidaloka"/>
                <a:ea typeface="Vidaloka"/>
                <a:cs typeface="Vidaloka"/>
                <a:sym typeface="Vidaloka"/>
              </a:defRPr>
            </a:lvl4pPr>
            <a:lvl5pPr marL="2286000" lvl="4" indent="-317500" rtl="0">
              <a:lnSpc>
                <a:spcPct val="100000"/>
              </a:lnSpc>
              <a:spcBef>
                <a:spcPts val="0"/>
              </a:spcBef>
              <a:spcAft>
                <a:spcPts val="0"/>
              </a:spcAft>
              <a:buSzPts val="1400"/>
              <a:buChar char="○"/>
              <a:defRPr sz="3000">
                <a:latin typeface="Vidaloka"/>
                <a:ea typeface="Vidaloka"/>
                <a:cs typeface="Vidaloka"/>
                <a:sym typeface="Vidaloka"/>
              </a:defRPr>
            </a:lvl5pPr>
            <a:lvl6pPr marL="2743200" lvl="5" indent="-317500" rtl="0">
              <a:lnSpc>
                <a:spcPct val="100000"/>
              </a:lnSpc>
              <a:spcBef>
                <a:spcPts val="0"/>
              </a:spcBef>
              <a:spcAft>
                <a:spcPts val="0"/>
              </a:spcAft>
              <a:buSzPts val="1400"/>
              <a:buChar char="■"/>
              <a:defRPr sz="3000">
                <a:latin typeface="Vidaloka"/>
                <a:ea typeface="Vidaloka"/>
                <a:cs typeface="Vidaloka"/>
                <a:sym typeface="Vidaloka"/>
              </a:defRPr>
            </a:lvl6pPr>
            <a:lvl7pPr marL="3200400" lvl="6" indent="-317500" rtl="0">
              <a:lnSpc>
                <a:spcPct val="100000"/>
              </a:lnSpc>
              <a:spcBef>
                <a:spcPts val="0"/>
              </a:spcBef>
              <a:spcAft>
                <a:spcPts val="0"/>
              </a:spcAft>
              <a:buSzPts val="1400"/>
              <a:buChar char="●"/>
              <a:defRPr sz="3000">
                <a:latin typeface="Vidaloka"/>
                <a:ea typeface="Vidaloka"/>
                <a:cs typeface="Vidaloka"/>
                <a:sym typeface="Vidaloka"/>
              </a:defRPr>
            </a:lvl7pPr>
            <a:lvl8pPr marL="3657600" lvl="7" indent="-317500" rtl="0">
              <a:lnSpc>
                <a:spcPct val="100000"/>
              </a:lnSpc>
              <a:spcBef>
                <a:spcPts val="0"/>
              </a:spcBef>
              <a:spcAft>
                <a:spcPts val="0"/>
              </a:spcAft>
              <a:buSzPts val="1400"/>
              <a:buChar char="○"/>
              <a:defRPr sz="3000">
                <a:latin typeface="Vidaloka"/>
                <a:ea typeface="Vidaloka"/>
                <a:cs typeface="Vidaloka"/>
                <a:sym typeface="Vidaloka"/>
              </a:defRPr>
            </a:lvl8pPr>
            <a:lvl9pPr marL="4114800" lvl="8" indent="-317500" rtl="0">
              <a:lnSpc>
                <a:spcPct val="100000"/>
              </a:lnSpc>
              <a:spcBef>
                <a:spcPts val="0"/>
              </a:spcBef>
              <a:spcAft>
                <a:spcPts val="0"/>
              </a:spcAft>
              <a:buSzPts val="1400"/>
              <a:buChar char="■"/>
              <a:defRPr sz="3000">
                <a:latin typeface="Vidaloka"/>
                <a:ea typeface="Vidaloka"/>
                <a:cs typeface="Vidaloka"/>
                <a:sym typeface="Vidalok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Shape 185"/>
        <p:cNvGrpSpPr/>
        <p:nvPr/>
      </p:nvGrpSpPr>
      <p:grpSpPr>
        <a:xfrm>
          <a:off x="0" y="0"/>
          <a:ext cx="0" cy="0"/>
          <a:chOff x="0" y="0"/>
          <a:chExt cx="0" cy="0"/>
        </a:xfrm>
      </p:grpSpPr>
      <p:sp>
        <p:nvSpPr>
          <p:cNvPr id="186" name="Google Shape;186;p25"/>
          <p:cNvSpPr txBox="1">
            <a:spLocks noGrp="1"/>
          </p:cNvSpPr>
          <p:nvPr>
            <p:ph type="title" hasCustomPrompt="1"/>
          </p:nvPr>
        </p:nvSpPr>
        <p:spPr>
          <a:xfrm>
            <a:off x="713225" y="1345375"/>
            <a:ext cx="6120300" cy="16443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87" name="Google Shape;187;p25"/>
          <p:cNvSpPr txBox="1">
            <a:spLocks noGrp="1"/>
          </p:cNvSpPr>
          <p:nvPr>
            <p:ph type="subTitle" idx="1"/>
          </p:nvPr>
        </p:nvSpPr>
        <p:spPr>
          <a:xfrm>
            <a:off x="713225" y="3188648"/>
            <a:ext cx="6120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88" name="Google Shape;188;p2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9" name="Google Shape;189;p2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0" name="Google Shape;190;p2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91" name="Google Shape;191;p2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Shape 192"/>
        <p:cNvGrpSpPr/>
        <p:nvPr/>
      </p:nvGrpSpPr>
      <p:grpSpPr>
        <a:xfrm>
          <a:off x="0" y="0"/>
          <a:ext cx="0" cy="0"/>
          <a:chOff x="0" y="0"/>
          <a:chExt cx="0" cy="0"/>
        </a:xfrm>
      </p:grpSpPr>
      <p:sp>
        <p:nvSpPr>
          <p:cNvPr id="193" name="Google Shape;193;p26"/>
          <p:cNvSpPr txBox="1">
            <a:spLocks noGrp="1"/>
          </p:cNvSpPr>
          <p:nvPr>
            <p:ph type="title"/>
          </p:nvPr>
        </p:nvSpPr>
        <p:spPr>
          <a:xfrm>
            <a:off x="4956100" y="2467375"/>
            <a:ext cx="24753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94" name="Google Shape;194;p26"/>
          <p:cNvSpPr txBox="1">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195" name="Google Shape;195;p26"/>
          <p:cNvSpPr txBox="1">
            <a:spLocks noGrp="1"/>
          </p:cNvSpPr>
          <p:nvPr>
            <p:ph type="subTitle" idx="1"/>
          </p:nvPr>
        </p:nvSpPr>
        <p:spPr>
          <a:xfrm>
            <a:off x="4956100" y="3116275"/>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96" name="Google Shape;196;p2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7" name="Google Shape;197;p2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8" name="Google Shape;198;p26"/>
          <p:cNvCxnSpPr/>
          <p:nvPr/>
        </p:nvCxnSpPr>
        <p:spPr>
          <a:xfrm>
            <a:off x="-209600" y="2402450"/>
            <a:ext cx="3144300" cy="27897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4373850" y="944250"/>
            <a:ext cx="24753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1" name="Google Shape;201;p27"/>
          <p:cNvSpPr txBox="1">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202" name="Google Shape;202;p27"/>
          <p:cNvSpPr txBox="1">
            <a:spLocks noGrp="1"/>
          </p:cNvSpPr>
          <p:nvPr>
            <p:ph type="subTitle" idx="1"/>
          </p:nvPr>
        </p:nvSpPr>
        <p:spPr>
          <a:xfrm>
            <a:off x="4373850" y="1593150"/>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03" name="Google Shape;203;p2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4" name="Google Shape;204;p2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5" name="Google Shape;205;p2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6" name="Google Shape;206;p2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7" name="Google Shape;207;p2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8" name="Google Shape;208;p2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Shape 209"/>
        <p:cNvGrpSpPr/>
        <p:nvPr/>
      </p:nvGrpSpPr>
      <p:grpSpPr>
        <a:xfrm>
          <a:off x="0" y="0"/>
          <a:ext cx="0" cy="0"/>
          <a:chOff x="0" y="0"/>
          <a:chExt cx="0" cy="0"/>
        </a:xfrm>
      </p:grpSpPr>
      <p:sp>
        <p:nvSpPr>
          <p:cNvPr id="210" name="Google Shape;210;p28"/>
          <p:cNvSpPr txBox="1">
            <a:spLocks noGrp="1"/>
          </p:cNvSpPr>
          <p:nvPr>
            <p:ph type="title"/>
          </p:nvPr>
        </p:nvSpPr>
        <p:spPr>
          <a:xfrm>
            <a:off x="1043725" y="922567"/>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1" name="Google Shape;211;p28"/>
          <p:cNvSpPr txBox="1">
            <a:spLocks noGrp="1"/>
          </p:cNvSpPr>
          <p:nvPr>
            <p:ph type="subTitle" idx="1"/>
          </p:nvPr>
        </p:nvSpPr>
        <p:spPr>
          <a:xfrm>
            <a:off x="1043725" y="3360938"/>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212" name="Google Shape;212;p2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3" name="Google Shape;213;p2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4" name="Google Shape;214;p28"/>
          <p:cNvCxnSpPr/>
          <p:nvPr/>
        </p:nvCxnSpPr>
        <p:spPr>
          <a:xfrm>
            <a:off x="5322650" y="-80625"/>
            <a:ext cx="4005000" cy="20073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5310925" y="962565"/>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7" name="Google Shape;217;p29"/>
          <p:cNvSpPr txBox="1">
            <a:spLocks noGrp="1"/>
          </p:cNvSpPr>
          <p:nvPr>
            <p:ph type="subTitle" idx="1"/>
          </p:nvPr>
        </p:nvSpPr>
        <p:spPr>
          <a:xfrm>
            <a:off x="5310925" y="3400935"/>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solidFill>
                  <a:schemeClr val="dk1"/>
                </a:solidFill>
              </a:defRPr>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218" name="Google Shape;218;p2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9" name="Google Shape;219;p2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0" name="Google Shape;220;p2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1" name="Google Shape;221;p2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2" name="Google Shape;222;p2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3" name="Google Shape;223;p2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24"/>
        <p:cNvGrpSpPr/>
        <p:nvPr/>
      </p:nvGrpSpPr>
      <p:grpSpPr>
        <a:xfrm>
          <a:off x="0" y="0"/>
          <a:ext cx="0" cy="0"/>
          <a:chOff x="0" y="0"/>
          <a:chExt cx="0" cy="0"/>
        </a:xfrm>
      </p:grpSpPr>
      <p:sp>
        <p:nvSpPr>
          <p:cNvPr id="225" name="Google Shape;225;p30"/>
          <p:cNvSpPr txBox="1">
            <a:spLocks noGrp="1"/>
          </p:cNvSpPr>
          <p:nvPr>
            <p:ph type="subTitle" idx="1"/>
          </p:nvPr>
        </p:nvSpPr>
        <p:spPr>
          <a:xfrm>
            <a:off x="3509000"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26" name="Google Shape;226;p30"/>
          <p:cNvSpPr txBox="1">
            <a:spLocks noGrp="1"/>
          </p:cNvSpPr>
          <p:nvPr>
            <p:ph type="subTitle" idx="2"/>
          </p:nvPr>
        </p:nvSpPr>
        <p:spPr>
          <a:xfrm>
            <a:off x="35090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7" name="Google Shape;227;p30"/>
          <p:cNvSpPr txBox="1">
            <a:spLocks noGrp="1"/>
          </p:cNvSpPr>
          <p:nvPr>
            <p:ph type="subTitle" idx="3"/>
          </p:nvPr>
        </p:nvSpPr>
        <p:spPr>
          <a:xfrm>
            <a:off x="95302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28" name="Google Shape;228;p30"/>
          <p:cNvSpPr txBox="1">
            <a:spLocks noGrp="1"/>
          </p:cNvSpPr>
          <p:nvPr>
            <p:ph type="subTitle" idx="4"/>
          </p:nvPr>
        </p:nvSpPr>
        <p:spPr>
          <a:xfrm>
            <a:off x="9531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9" name="Google Shape;229;p30"/>
          <p:cNvSpPr txBox="1">
            <a:spLocks noGrp="1"/>
          </p:cNvSpPr>
          <p:nvPr>
            <p:ph type="subTitle" idx="5"/>
          </p:nvPr>
        </p:nvSpPr>
        <p:spPr>
          <a:xfrm>
            <a:off x="606487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0" name="Google Shape;230;p30"/>
          <p:cNvSpPr txBox="1">
            <a:spLocks noGrp="1"/>
          </p:cNvSpPr>
          <p:nvPr>
            <p:ph type="subTitle" idx="6"/>
          </p:nvPr>
        </p:nvSpPr>
        <p:spPr>
          <a:xfrm>
            <a:off x="606487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1" name="Google Shape;231;p30"/>
          <p:cNvSpPr txBox="1">
            <a:spLocks noGrp="1"/>
          </p:cNvSpPr>
          <p:nvPr>
            <p:ph type="title"/>
          </p:nvPr>
        </p:nvSpPr>
        <p:spPr>
          <a:xfrm>
            <a:off x="713225" y="445025"/>
            <a:ext cx="665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32" name="Google Shape;232;p3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3" name="Google Shape;233;p3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Shape 234"/>
        <p:cNvGrpSpPr/>
        <p:nvPr/>
      </p:nvGrpSpPr>
      <p:grpSpPr>
        <a:xfrm>
          <a:off x="0" y="0"/>
          <a:ext cx="0" cy="0"/>
          <a:chOff x="0" y="0"/>
          <a:chExt cx="0" cy="0"/>
        </a:xfrm>
      </p:grpSpPr>
      <p:sp>
        <p:nvSpPr>
          <p:cNvPr id="235" name="Google Shape;235;p31"/>
          <p:cNvSpPr txBox="1">
            <a:spLocks noGrp="1"/>
          </p:cNvSpPr>
          <p:nvPr>
            <p:ph type="subTitle" idx="1"/>
          </p:nvPr>
        </p:nvSpPr>
        <p:spPr>
          <a:xfrm>
            <a:off x="3509000"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6" name="Google Shape;236;p31"/>
          <p:cNvSpPr txBox="1">
            <a:spLocks noGrp="1"/>
          </p:cNvSpPr>
          <p:nvPr>
            <p:ph type="subTitle" idx="2"/>
          </p:nvPr>
        </p:nvSpPr>
        <p:spPr>
          <a:xfrm>
            <a:off x="350902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7" name="Google Shape;237;p31"/>
          <p:cNvSpPr txBox="1">
            <a:spLocks noGrp="1"/>
          </p:cNvSpPr>
          <p:nvPr>
            <p:ph type="subTitle" idx="3"/>
          </p:nvPr>
        </p:nvSpPr>
        <p:spPr>
          <a:xfrm>
            <a:off x="953025"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8" name="Google Shape;238;p31"/>
          <p:cNvSpPr txBox="1">
            <a:spLocks noGrp="1"/>
          </p:cNvSpPr>
          <p:nvPr>
            <p:ph type="subTitle" idx="4"/>
          </p:nvPr>
        </p:nvSpPr>
        <p:spPr>
          <a:xfrm>
            <a:off x="95312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9" name="Google Shape;239;p31"/>
          <p:cNvSpPr txBox="1">
            <a:spLocks noGrp="1"/>
          </p:cNvSpPr>
          <p:nvPr>
            <p:ph type="subTitle" idx="5"/>
          </p:nvPr>
        </p:nvSpPr>
        <p:spPr>
          <a:xfrm>
            <a:off x="6064875"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0" name="Google Shape;240;p31"/>
          <p:cNvSpPr txBox="1">
            <a:spLocks noGrp="1"/>
          </p:cNvSpPr>
          <p:nvPr>
            <p:ph type="subTitle" idx="6"/>
          </p:nvPr>
        </p:nvSpPr>
        <p:spPr>
          <a:xfrm>
            <a:off x="606487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1" name="Google Shape;241;p31"/>
          <p:cNvSpPr txBox="1">
            <a:spLocks noGrp="1"/>
          </p:cNvSpPr>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242" name="Google Shape;242;p31"/>
          <p:cNvSpPr txBox="1">
            <a:spLocks noGrp="1"/>
          </p:cNvSpPr>
          <p:nvPr>
            <p:ph type="subTitle" idx="7"/>
          </p:nvPr>
        </p:nvSpPr>
        <p:spPr>
          <a:xfrm>
            <a:off x="3509000"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3" name="Google Shape;243;p31"/>
          <p:cNvSpPr txBox="1">
            <a:spLocks noGrp="1"/>
          </p:cNvSpPr>
          <p:nvPr>
            <p:ph type="subTitle" idx="8"/>
          </p:nvPr>
        </p:nvSpPr>
        <p:spPr>
          <a:xfrm>
            <a:off x="350902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4" name="Google Shape;244;p31"/>
          <p:cNvSpPr txBox="1">
            <a:spLocks noGrp="1"/>
          </p:cNvSpPr>
          <p:nvPr>
            <p:ph type="subTitle" idx="9"/>
          </p:nvPr>
        </p:nvSpPr>
        <p:spPr>
          <a:xfrm>
            <a:off x="95302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5" name="Google Shape;245;p31"/>
          <p:cNvSpPr txBox="1">
            <a:spLocks noGrp="1"/>
          </p:cNvSpPr>
          <p:nvPr>
            <p:ph type="subTitle" idx="13"/>
          </p:nvPr>
        </p:nvSpPr>
        <p:spPr>
          <a:xfrm>
            <a:off x="95312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6" name="Google Shape;246;p31"/>
          <p:cNvSpPr txBox="1">
            <a:spLocks noGrp="1"/>
          </p:cNvSpPr>
          <p:nvPr>
            <p:ph type="subTitle" idx="14"/>
          </p:nvPr>
        </p:nvSpPr>
        <p:spPr>
          <a:xfrm>
            <a:off x="606487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7" name="Google Shape;247;p31"/>
          <p:cNvSpPr txBox="1">
            <a:spLocks noGrp="1"/>
          </p:cNvSpPr>
          <p:nvPr>
            <p:ph type="subTitle" idx="15"/>
          </p:nvPr>
        </p:nvSpPr>
        <p:spPr>
          <a:xfrm>
            <a:off x="606487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248" name="Google Shape;248;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9" name="Google Shape;249;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50" name="Google Shape;250;p3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51" name="Google Shape;251;p3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Shape 252"/>
        <p:cNvGrpSpPr/>
        <p:nvPr/>
      </p:nvGrpSpPr>
      <p:grpSpPr>
        <a:xfrm>
          <a:off x="0" y="0"/>
          <a:ext cx="0" cy="0"/>
          <a:chOff x="0" y="0"/>
          <a:chExt cx="0" cy="0"/>
        </a:xfrm>
      </p:grpSpPr>
      <p:sp>
        <p:nvSpPr>
          <p:cNvPr id="253" name="Google Shape;253;p32"/>
          <p:cNvSpPr txBox="1">
            <a:spLocks noGrp="1"/>
          </p:cNvSpPr>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4" name="Google Shape;254;p32"/>
          <p:cNvSpPr txBox="1">
            <a:spLocks noGrp="1"/>
          </p:cNvSpPr>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5" name="Google Shape;255;p32"/>
          <p:cNvSpPr txBox="1">
            <a:spLocks noGrp="1"/>
          </p:cNvSpPr>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6" name="Google Shape;256;p32"/>
          <p:cNvSpPr txBox="1">
            <a:spLocks noGrp="1"/>
          </p:cNvSpPr>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7" name="Google Shape;257;p32"/>
          <p:cNvSpPr txBox="1">
            <a:spLocks noGrp="1"/>
          </p:cNvSpPr>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8" name="Google Shape;258;p32"/>
          <p:cNvSpPr txBox="1">
            <a:spLocks noGrp="1"/>
          </p:cNvSpPr>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9" name="Google Shape;259;p32"/>
          <p:cNvSpPr txBox="1">
            <a:spLocks noGrp="1"/>
          </p:cNvSpPr>
          <p:nvPr>
            <p:ph type="subTitle" idx="7"/>
          </p:nvPr>
        </p:nvSpPr>
        <p:spPr>
          <a:xfrm>
            <a:off x="3414050"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0" name="Google Shape;260;p32"/>
          <p:cNvSpPr txBox="1">
            <a:spLocks noGrp="1"/>
          </p:cNvSpPr>
          <p:nvPr>
            <p:ph type="subTitle" idx="8"/>
          </p:nvPr>
        </p:nvSpPr>
        <p:spPr>
          <a:xfrm>
            <a:off x="3564200"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1" name="Google Shape;261;p32"/>
          <p:cNvSpPr txBox="1">
            <a:spLocks noGrp="1"/>
          </p:cNvSpPr>
          <p:nvPr>
            <p:ph type="subTitle" idx="9"/>
          </p:nvPr>
        </p:nvSpPr>
        <p:spPr>
          <a:xfrm>
            <a:off x="705725"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2" name="Google Shape;262;p32"/>
          <p:cNvSpPr txBox="1">
            <a:spLocks noGrp="1"/>
          </p:cNvSpPr>
          <p:nvPr>
            <p:ph type="subTitle" idx="13"/>
          </p:nvPr>
        </p:nvSpPr>
        <p:spPr>
          <a:xfrm>
            <a:off x="855875"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3" name="Google Shape;263;p32"/>
          <p:cNvSpPr txBox="1">
            <a:spLocks noGrp="1"/>
          </p:cNvSpPr>
          <p:nvPr>
            <p:ph type="subTitle" idx="14"/>
          </p:nvPr>
        </p:nvSpPr>
        <p:spPr>
          <a:xfrm>
            <a:off x="6122325"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4" name="Google Shape;264;p32"/>
          <p:cNvSpPr txBox="1">
            <a:spLocks noGrp="1"/>
          </p:cNvSpPr>
          <p:nvPr>
            <p:ph type="subTitle" idx="15"/>
          </p:nvPr>
        </p:nvSpPr>
        <p:spPr>
          <a:xfrm>
            <a:off x="6272475"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5" name="Google Shape;265;p32"/>
          <p:cNvSpPr txBox="1">
            <a:spLocks noGrp="1"/>
          </p:cNvSpPr>
          <p:nvPr>
            <p:ph type="title"/>
          </p:nvPr>
        </p:nvSpPr>
        <p:spPr>
          <a:xfrm>
            <a:off x="713225" y="445025"/>
            <a:ext cx="608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66" name="Google Shape;266;p3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67" name="Google Shape;267;p3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Shape 268"/>
        <p:cNvGrpSpPr/>
        <p:nvPr/>
      </p:nvGrpSpPr>
      <p:grpSpPr>
        <a:xfrm>
          <a:off x="0" y="0"/>
          <a:ext cx="0" cy="0"/>
          <a:chOff x="0" y="0"/>
          <a:chExt cx="0" cy="0"/>
        </a:xfrm>
      </p:grpSpPr>
      <p:sp>
        <p:nvSpPr>
          <p:cNvPr id="269" name="Google Shape;269;p33"/>
          <p:cNvSpPr txBox="1">
            <a:spLocks noGrp="1"/>
          </p:cNvSpPr>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0" name="Google Shape;270;p33"/>
          <p:cNvSpPr txBox="1">
            <a:spLocks noGrp="1"/>
          </p:cNvSpPr>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1" name="Google Shape;271;p33"/>
          <p:cNvSpPr txBox="1">
            <a:spLocks noGrp="1"/>
          </p:cNvSpPr>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2" name="Google Shape;272;p33"/>
          <p:cNvSpPr txBox="1">
            <a:spLocks noGrp="1"/>
          </p:cNvSpPr>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3" name="Google Shape;273;p33"/>
          <p:cNvSpPr txBox="1">
            <a:spLocks noGrp="1"/>
          </p:cNvSpPr>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4" name="Google Shape;274;p33"/>
          <p:cNvSpPr txBox="1">
            <a:spLocks noGrp="1"/>
          </p:cNvSpPr>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5" name="Google Shape;275;p33"/>
          <p:cNvSpPr txBox="1">
            <a:spLocks noGrp="1"/>
          </p:cNvSpPr>
          <p:nvPr>
            <p:ph type="subTitle" idx="7"/>
          </p:nvPr>
        </p:nvSpPr>
        <p:spPr>
          <a:xfrm>
            <a:off x="2059863"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6" name="Google Shape;276;p33"/>
          <p:cNvSpPr txBox="1">
            <a:spLocks noGrp="1"/>
          </p:cNvSpPr>
          <p:nvPr>
            <p:ph type="subTitle" idx="8"/>
          </p:nvPr>
        </p:nvSpPr>
        <p:spPr>
          <a:xfrm>
            <a:off x="2210013"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7" name="Google Shape;277;p33"/>
          <p:cNvSpPr txBox="1">
            <a:spLocks noGrp="1"/>
          </p:cNvSpPr>
          <p:nvPr>
            <p:ph type="subTitle" idx="9"/>
          </p:nvPr>
        </p:nvSpPr>
        <p:spPr>
          <a:xfrm>
            <a:off x="4768138"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8" name="Google Shape;278;p33"/>
          <p:cNvSpPr txBox="1">
            <a:spLocks noGrp="1"/>
          </p:cNvSpPr>
          <p:nvPr>
            <p:ph type="subTitle" idx="13"/>
          </p:nvPr>
        </p:nvSpPr>
        <p:spPr>
          <a:xfrm>
            <a:off x="4918288"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9" name="Google Shape;279;p33"/>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80" name="Google Shape;280;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1" name="Google Shape;281;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2" name="Google Shape;282;p3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83" name="Google Shape;283;p3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Shape 284"/>
        <p:cNvGrpSpPr/>
        <p:nvPr/>
      </p:nvGrpSpPr>
      <p:grpSpPr>
        <a:xfrm>
          <a:off x="0" y="0"/>
          <a:ext cx="0" cy="0"/>
          <a:chOff x="0" y="0"/>
          <a:chExt cx="0" cy="0"/>
        </a:xfrm>
      </p:grpSpPr>
      <p:sp>
        <p:nvSpPr>
          <p:cNvPr id="285" name="Google Shape;285;p34"/>
          <p:cNvSpPr txBox="1">
            <a:spLocks noGrp="1"/>
          </p:cNvSpPr>
          <p:nvPr>
            <p:ph type="title"/>
          </p:nvPr>
        </p:nvSpPr>
        <p:spPr>
          <a:xfrm>
            <a:off x="716225" y="1073000"/>
            <a:ext cx="5640600" cy="28566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cxnSp>
        <p:nvCxnSpPr>
          <p:cNvPr id="286" name="Google Shape;286;p3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7" name="Google Shape;287;p3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8" name="Google Shape;288;p3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89" name="Google Shape;289;p3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0" name="Google Shape;290;p3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1" name="Google Shape;291;p3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Shape 292"/>
        <p:cNvGrpSpPr/>
        <p:nvPr/>
      </p:nvGrpSpPr>
      <p:grpSpPr>
        <a:xfrm>
          <a:off x="0" y="0"/>
          <a:ext cx="0" cy="0"/>
          <a:chOff x="0" y="0"/>
          <a:chExt cx="0" cy="0"/>
        </a:xfrm>
      </p:grpSpPr>
      <p:sp>
        <p:nvSpPr>
          <p:cNvPr id="293" name="Google Shape;293;p35"/>
          <p:cNvSpPr txBox="1">
            <a:spLocks noGrp="1"/>
          </p:cNvSpPr>
          <p:nvPr>
            <p:ph type="subTitle" idx="1"/>
          </p:nvPr>
        </p:nvSpPr>
        <p:spPr>
          <a:xfrm>
            <a:off x="4916850" y="1894200"/>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4" name="Google Shape;294;p35"/>
          <p:cNvSpPr txBox="1">
            <a:spLocks noGrp="1"/>
          </p:cNvSpPr>
          <p:nvPr>
            <p:ph type="subTitle" idx="2"/>
          </p:nvPr>
        </p:nvSpPr>
        <p:spPr>
          <a:xfrm>
            <a:off x="5058900" y="229647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5" name="Google Shape;295;p35"/>
          <p:cNvSpPr txBox="1">
            <a:spLocks noGrp="1"/>
          </p:cNvSpPr>
          <p:nvPr>
            <p:ph type="subTitle" idx="3"/>
          </p:nvPr>
        </p:nvSpPr>
        <p:spPr>
          <a:xfrm>
            <a:off x="1911150" y="1894200"/>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6" name="Google Shape;296;p35"/>
          <p:cNvSpPr txBox="1">
            <a:spLocks noGrp="1"/>
          </p:cNvSpPr>
          <p:nvPr>
            <p:ph type="subTitle" idx="4"/>
          </p:nvPr>
        </p:nvSpPr>
        <p:spPr>
          <a:xfrm>
            <a:off x="2053300" y="229647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7" name="Google Shape;297;p35"/>
          <p:cNvSpPr txBox="1">
            <a:spLocks noGrp="1"/>
          </p:cNvSpPr>
          <p:nvPr>
            <p:ph type="subTitle" idx="5"/>
          </p:nvPr>
        </p:nvSpPr>
        <p:spPr>
          <a:xfrm>
            <a:off x="4916850" y="3528902"/>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8" name="Google Shape;298;p35"/>
          <p:cNvSpPr txBox="1">
            <a:spLocks noGrp="1"/>
          </p:cNvSpPr>
          <p:nvPr>
            <p:ph type="subTitle" idx="6"/>
          </p:nvPr>
        </p:nvSpPr>
        <p:spPr>
          <a:xfrm>
            <a:off x="5058900" y="392373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9" name="Google Shape;299;p35"/>
          <p:cNvSpPr txBox="1">
            <a:spLocks noGrp="1"/>
          </p:cNvSpPr>
          <p:nvPr>
            <p:ph type="subTitle" idx="7"/>
          </p:nvPr>
        </p:nvSpPr>
        <p:spPr>
          <a:xfrm>
            <a:off x="1911150" y="3528902"/>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0" name="Google Shape;300;p35"/>
          <p:cNvSpPr txBox="1">
            <a:spLocks noGrp="1"/>
          </p:cNvSpPr>
          <p:nvPr>
            <p:ph type="subTitle" idx="8"/>
          </p:nvPr>
        </p:nvSpPr>
        <p:spPr>
          <a:xfrm>
            <a:off x="2053200" y="392373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1" name="Google Shape;301;p35"/>
          <p:cNvSpPr txBox="1">
            <a:spLocks noGrp="1"/>
          </p:cNvSpPr>
          <p:nvPr>
            <p:ph type="title"/>
          </p:nvPr>
        </p:nvSpPr>
        <p:spPr>
          <a:xfrm>
            <a:off x="713225" y="445025"/>
            <a:ext cx="648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02" name="Google Shape;302;p3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03" name="Google Shape;303;p3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Shape 304"/>
        <p:cNvGrpSpPr/>
        <p:nvPr/>
      </p:nvGrpSpPr>
      <p:grpSpPr>
        <a:xfrm>
          <a:off x="0" y="0"/>
          <a:ext cx="0" cy="0"/>
          <a:chOff x="0" y="0"/>
          <a:chExt cx="0" cy="0"/>
        </a:xfrm>
      </p:grpSpPr>
      <p:sp>
        <p:nvSpPr>
          <p:cNvPr id="305" name="Google Shape;305;p36"/>
          <p:cNvSpPr txBox="1">
            <a:spLocks noGrp="1"/>
          </p:cNvSpPr>
          <p:nvPr>
            <p:ph type="subTitle" idx="1"/>
          </p:nvPr>
        </p:nvSpPr>
        <p:spPr>
          <a:xfrm>
            <a:off x="3571925"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6" name="Google Shape;306;p36"/>
          <p:cNvSpPr txBox="1">
            <a:spLocks noGrp="1"/>
          </p:cNvSpPr>
          <p:nvPr>
            <p:ph type="subTitle" idx="2"/>
          </p:nvPr>
        </p:nvSpPr>
        <p:spPr>
          <a:xfrm>
            <a:off x="3571925"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7" name="Google Shape;307;p36"/>
          <p:cNvSpPr txBox="1">
            <a:spLocks noGrp="1"/>
          </p:cNvSpPr>
          <p:nvPr>
            <p:ph type="subTitle" idx="3"/>
          </p:nvPr>
        </p:nvSpPr>
        <p:spPr>
          <a:xfrm>
            <a:off x="1088400"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8" name="Google Shape;308;p36"/>
          <p:cNvSpPr txBox="1">
            <a:spLocks noGrp="1"/>
          </p:cNvSpPr>
          <p:nvPr>
            <p:ph type="subTitle" idx="4"/>
          </p:nvPr>
        </p:nvSpPr>
        <p:spPr>
          <a:xfrm>
            <a:off x="1088400"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9" name="Google Shape;309;p36"/>
          <p:cNvSpPr txBox="1">
            <a:spLocks noGrp="1"/>
          </p:cNvSpPr>
          <p:nvPr>
            <p:ph type="subTitle" idx="5"/>
          </p:nvPr>
        </p:nvSpPr>
        <p:spPr>
          <a:xfrm>
            <a:off x="6055450"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10" name="Google Shape;310;p36"/>
          <p:cNvSpPr txBox="1">
            <a:spLocks noGrp="1"/>
          </p:cNvSpPr>
          <p:nvPr>
            <p:ph type="subTitle" idx="6"/>
          </p:nvPr>
        </p:nvSpPr>
        <p:spPr>
          <a:xfrm>
            <a:off x="6055450"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1" name="Google Shape;311;p36"/>
          <p:cNvSpPr txBox="1">
            <a:spLocks noGrp="1"/>
          </p:cNvSpPr>
          <p:nvPr>
            <p:ph type="title"/>
          </p:nvPr>
        </p:nvSpPr>
        <p:spPr>
          <a:xfrm>
            <a:off x="713225" y="445025"/>
            <a:ext cx="5517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12" name="Google Shape;312;p3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3" name="Google Shape;313;p3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4" name="Google Shape;314;p36"/>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Shape 315"/>
        <p:cNvGrpSpPr/>
        <p:nvPr/>
      </p:nvGrpSpPr>
      <p:grpSpPr>
        <a:xfrm>
          <a:off x="0" y="0"/>
          <a:ext cx="0" cy="0"/>
          <a:chOff x="0" y="0"/>
          <a:chExt cx="0" cy="0"/>
        </a:xfrm>
      </p:grpSpPr>
      <p:cxnSp>
        <p:nvCxnSpPr>
          <p:cNvPr id="316" name="Google Shape;316;p3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7" name="Google Shape;317;p3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8" name="Google Shape;318;p3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19" name="Google Shape;319;p3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0" name="Google Shape;320;p3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1" name="Google Shape;321;p3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22" name="Google Shape;322;p37"/>
          <p:cNvSpPr txBox="1">
            <a:spLocks noGrp="1"/>
          </p:cNvSpPr>
          <p:nvPr>
            <p:ph type="title"/>
          </p:nvPr>
        </p:nvSpPr>
        <p:spPr>
          <a:xfrm>
            <a:off x="2780100" y="445025"/>
            <a:ext cx="358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3" name="Google Shape;323;p37"/>
          <p:cNvSpPr txBox="1">
            <a:spLocks noGrp="1"/>
          </p:cNvSpPr>
          <p:nvPr>
            <p:ph type="subTitle" idx="1"/>
          </p:nvPr>
        </p:nvSpPr>
        <p:spPr>
          <a:xfrm>
            <a:off x="5306650" y="1710190"/>
            <a:ext cx="2486100" cy="4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24" name="Google Shape;324;p37"/>
          <p:cNvSpPr txBox="1">
            <a:spLocks noGrp="1"/>
          </p:cNvSpPr>
          <p:nvPr>
            <p:ph type="subTitle" idx="2"/>
          </p:nvPr>
        </p:nvSpPr>
        <p:spPr>
          <a:xfrm>
            <a:off x="5306650" y="211121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5" name="Google Shape;325;p37"/>
          <p:cNvSpPr txBox="1">
            <a:spLocks noGrp="1"/>
          </p:cNvSpPr>
          <p:nvPr>
            <p:ph type="subTitle" idx="3"/>
          </p:nvPr>
        </p:nvSpPr>
        <p:spPr>
          <a:xfrm>
            <a:off x="1351250" y="1710190"/>
            <a:ext cx="2486100" cy="4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26" name="Google Shape;326;p37"/>
          <p:cNvSpPr txBox="1">
            <a:spLocks noGrp="1"/>
          </p:cNvSpPr>
          <p:nvPr>
            <p:ph type="subTitle" idx="4"/>
          </p:nvPr>
        </p:nvSpPr>
        <p:spPr>
          <a:xfrm>
            <a:off x="1351250" y="211121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7" name="Google Shape;327;p37"/>
          <p:cNvSpPr txBox="1">
            <a:spLocks noGrp="1"/>
          </p:cNvSpPr>
          <p:nvPr>
            <p:ph type="subTitle" idx="5"/>
          </p:nvPr>
        </p:nvSpPr>
        <p:spPr>
          <a:xfrm>
            <a:off x="5306650" y="3552118"/>
            <a:ext cx="2486100" cy="46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28" name="Google Shape;328;p37"/>
          <p:cNvSpPr txBox="1">
            <a:spLocks noGrp="1"/>
          </p:cNvSpPr>
          <p:nvPr>
            <p:ph type="subTitle" idx="6"/>
          </p:nvPr>
        </p:nvSpPr>
        <p:spPr>
          <a:xfrm>
            <a:off x="5306650" y="394648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9" name="Google Shape;329;p37"/>
          <p:cNvSpPr txBox="1">
            <a:spLocks noGrp="1"/>
          </p:cNvSpPr>
          <p:nvPr>
            <p:ph type="subTitle" idx="7"/>
          </p:nvPr>
        </p:nvSpPr>
        <p:spPr>
          <a:xfrm>
            <a:off x="1351250" y="3552118"/>
            <a:ext cx="2486100" cy="46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30" name="Google Shape;330;p37"/>
          <p:cNvSpPr txBox="1">
            <a:spLocks noGrp="1"/>
          </p:cNvSpPr>
          <p:nvPr>
            <p:ph type="subTitle" idx="8"/>
          </p:nvPr>
        </p:nvSpPr>
        <p:spPr>
          <a:xfrm>
            <a:off x="1351300" y="394648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1" name="Google Shape;331;p37"/>
          <p:cNvSpPr txBox="1">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2" name="Google Shape;332;p37"/>
          <p:cNvSpPr txBox="1">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3" name="Google Shape;333;p37"/>
          <p:cNvSpPr txBox="1">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4" name="Google Shape;334;p37"/>
          <p:cNvSpPr txBox="1">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Shape 335"/>
        <p:cNvGrpSpPr/>
        <p:nvPr/>
      </p:nvGrpSpPr>
      <p:grpSpPr>
        <a:xfrm>
          <a:off x="0" y="0"/>
          <a:ext cx="0" cy="0"/>
          <a:chOff x="0" y="0"/>
          <a:chExt cx="0" cy="0"/>
        </a:xfrm>
      </p:grpSpPr>
      <p:sp>
        <p:nvSpPr>
          <p:cNvPr id="336" name="Google Shape;336;p38"/>
          <p:cNvSpPr txBox="1">
            <a:spLocks noGrp="1"/>
          </p:cNvSpPr>
          <p:nvPr>
            <p:ph type="subTitle" idx="1"/>
          </p:nvPr>
        </p:nvSpPr>
        <p:spPr>
          <a:xfrm>
            <a:off x="3718325" y="3294199"/>
            <a:ext cx="16428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37" name="Google Shape;337;p38"/>
          <p:cNvSpPr txBox="1">
            <a:spLocks noGrp="1"/>
          </p:cNvSpPr>
          <p:nvPr>
            <p:ph type="subTitle" idx="2"/>
          </p:nvPr>
        </p:nvSpPr>
        <p:spPr>
          <a:xfrm>
            <a:off x="3617675"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38" name="Google Shape;338;p38"/>
          <p:cNvSpPr txBox="1">
            <a:spLocks noGrp="1"/>
          </p:cNvSpPr>
          <p:nvPr>
            <p:ph type="subTitle" idx="3"/>
          </p:nvPr>
        </p:nvSpPr>
        <p:spPr>
          <a:xfrm>
            <a:off x="1328025" y="3294199"/>
            <a:ext cx="16428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39" name="Google Shape;339;p38"/>
          <p:cNvSpPr txBox="1">
            <a:spLocks noGrp="1"/>
          </p:cNvSpPr>
          <p:nvPr>
            <p:ph type="subTitle" idx="4"/>
          </p:nvPr>
        </p:nvSpPr>
        <p:spPr>
          <a:xfrm>
            <a:off x="1227426"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40" name="Google Shape;340;p38"/>
          <p:cNvSpPr txBox="1">
            <a:spLocks noGrp="1"/>
          </p:cNvSpPr>
          <p:nvPr>
            <p:ph type="subTitle" idx="5"/>
          </p:nvPr>
        </p:nvSpPr>
        <p:spPr>
          <a:xfrm>
            <a:off x="6108550" y="3294199"/>
            <a:ext cx="16431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1" name="Google Shape;341;p38"/>
          <p:cNvSpPr txBox="1">
            <a:spLocks noGrp="1"/>
          </p:cNvSpPr>
          <p:nvPr>
            <p:ph type="subTitle" idx="6"/>
          </p:nvPr>
        </p:nvSpPr>
        <p:spPr>
          <a:xfrm>
            <a:off x="6008050"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42" name="Google Shape;342;p38"/>
          <p:cNvSpPr txBox="1">
            <a:spLocks noGrp="1"/>
          </p:cNvSpPr>
          <p:nvPr>
            <p:ph type="title"/>
          </p:nvPr>
        </p:nvSpPr>
        <p:spPr>
          <a:xfrm>
            <a:off x="713225" y="445025"/>
            <a:ext cx="3188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43" name="Google Shape;343;p3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44" name="Google Shape;344;p3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Shape 345"/>
        <p:cNvGrpSpPr/>
        <p:nvPr/>
      </p:nvGrpSpPr>
      <p:grpSpPr>
        <a:xfrm>
          <a:off x="0" y="0"/>
          <a:ext cx="0" cy="0"/>
          <a:chOff x="0" y="0"/>
          <a:chExt cx="0" cy="0"/>
        </a:xfrm>
      </p:grpSpPr>
      <p:sp>
        <p:nvSpPr>
          <p:cNvPr id="346" name="Google Shape;346;p39"/>
          <p:cNvSpPr txBox="1">
            <a:spLocks noGrp="1"/>
          </p:cNvSpPr>
          <p:nvPr>
            <p:ph type="subTitle" idx="1"/>
          </p:nvPr>
        </p:nvSpPr>
        <p:spPr>
          <a:xfrm>
            <a:off x="4750175" y="1632746"/>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7" name="Google Shape;347;p39"/>
          <p:cNvSpPr txBox="1">
            <a:spLocks noGrp="1"/>
          </p:cNvSpPr>
          <p:nvPr>
            <p:ph type="subTitle" idx="2"/>
          </p:nvPr>
        </p:nvSpPr>
        <p:spPr>
          <a:xfrm>
            <a:off x="4750184" y="2035022"/>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48" name="Google Shape;348;p39"/>
          <p:cNvSpPr txBox="1">
            <a:spLocks noGrp="1"/>
          </p:cNvSpPr>
          <p:nvPr>
            <p:ph type="subTitle" idx="3"/>
          </p:nvPr>
        </p:nvSpPr>
        <p:spPr>
          <a:xfrm>
            <a:off x="2306450" y="1632746"/>
            <a:ext cx="20148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9" name="Google Shape;349;p39"/>
          <p:cNvSpPr txBox="1">
            <a:spLocks noGrp="1"/>
          </p:cNvSpPr>
          <p:nvPr>
            <p:ph type="subTitle" idx="4"/>
          </p:nvPr>
        </p:nvSpPr>
        <p:spPr>
          <a:xfrm>
            <a:off x="2306462" y="2035022"/>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0" name="Google Shape;350;p39"/>
          <p:cNvSpPr txBox="1">
            <a:spLocks noGrp="1"/>
          </p:cNvSpPr>
          <p:nvPr>
            <p:ph type="subTitle" idx="5"/>
          </p:nvPr>
        </p:nvSpPr>
        <p:spPr>
          <a:xfrm>
            <a:off x="4750175" y="3062273"/>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1" name="Google Shape;351;p39"/>
          <p:cNvSpPr txBox="1">
            <a:spLocks noGrp="1"/>
          </p:cNvSpPr>
          <p:nvPr>
            <p:ph type="subTitle" idx="6"/>
          </p:nvPr>
        </p:nvSpPr>
        <p:spPr>
          <a:xfrm>
            <a:off x="4750184" y="3471047"/>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2" name="Google Shape;352;p39"/>
          <p:cNvSpPr txBox="1">
            <a:spLocks noGrp="1"/>
          </p:cNvSpPr>
          <p:nvPr>
            <p:ph type="subTitle" idx="7"/>
          </p:nvPr>
        </p:nvSpPr>
        <p:spPr>
          <a:xfrm>
            <a:off x="2306450" y="3062273"/>
            <a:ext cx="20148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3" name="Google Shape;353;p39"/>
          <p:cNvSpPr txBox="1">
            <a:spLocks noGrp="1"/>
          </p:cNvSpPr>
          <p:nvPr>
            <p:ph type="subTitle" idx="8"/>
          </p:nvPr>
        </p:nvSpPr>
        <p:spPr>
          <a:xfrm>
            <a:off x="2306462" y="3471047"/>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4" name="Google Shape;354;p39"/>
          <p:cNvSpPr txBox="1">
            <a:spLocks noGrp="1"/>
          </p:cNvSpPr>
          <p:nvPr>
            <p:ph type="title"/>
          </p:nvPr>
        </p:nvSpPr>
        <p:spPr>
          <a:xfrm>
            <a:off x="713225" y="445025"/>
            <a:ext cx="2785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55" name="Google Shape;355;p3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56" name="Google Shape;356;p3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Shape 357"/>
        <p:cNvGrpSpPr/>
        <p:nvPr/>
      </p:nvGrpSpPr>
      <p:grpSpPr>
        <a:xfrm>
          <a:off x="0" y="0"/>
          <a:ext cx="0" cy="0"/>
          <a:chOff x="0" y="0"/>
          <a:chExt cx="0" cy="0"/>
        </a:xfrm>
      </p:grpSpPr>
      <p:cxnSp>
        <p:nvCxnSpPr>
          <p:cNvPr id="358" name="Google Shape;358;p4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59" name="Google Shape;359;p4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0" name="Google Shape;360;p4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1" name="Google Shape;361;p4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2" name="Google Shape;362;p4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3" name="Google Shape;363;p40"/>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64" name="Google Shape;364;p40"/>
          <p:cNvSpPr txBox="1">
            <a:spLocks noGrp="1"/>
          </p:cNvSpPr>
          <p:nvPr>
            <p:ph type="subTitle" idx="1"/>
          </p:nvPr>
        </p:nvSpPr>
        <p:spPr>
          <a:xfrm>
            <a:off x="728750" y="1112872"/>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65" name="Google Shape;365;p40"/>
          <p:cNvSpPr txBox="1">
            <a:spLocks noGrp="1"/>
          </p:cNvSpPr>
          <p:nvPr>
            <p:ph type="subTitle" idx="2"/>
          </p:nvPr>
        </p:nvSpPr>
        <p:spPr>
          <a:xfrm>
            <a:off x="728762" y="1515149"/>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6" name="Google Shape;366;p40"/>
          <p:cNvSpPr txBox="1">
            <a:spLocks noGrp="1"/>
          </p:cNvSpPr>
          <p:nvPr>
            <p:ph type="subTitle" idx="3"/>
          </p:nvPr>
        </p:nvSpPr>
        <p:spPr>
          <a:xfrm>
            <a:off x="728750" y="2036386"/>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67" name="Google Shape;367;p40"/>
          <p:cNvSpPr txBox="1">
            <a:spLocks noGrp="1"/>
          </p:cNvSpPr>
          <p:nvPr>
            <p:ph type="subTitle" idx="4"/>
          </p:nvPr>
        </p:nvSpPr>
        <p:spPr>
          <a:xfrm>
            <a:off x="728762" y="2445160"/>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8" name="Google Shape;368;p40"/>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369" name="Google Shape;369;p40"/>
          <p:cNvSpPr txBox="1">
            <a:spLocks noGrp="1"/>
          </p:cNvSpPr>
          <p:nvPr>
            <p:ph type="subTitle" idx="5"/>
          </p:nvPr>
        </p:nvSpPr>
        <p:spPr>
          <a:xfrm>
            <a:off x="728750" y="2997225"/>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70" name="Google Shape;370;p40"/>
          <p:cNvSpPr txBox="1">
            <a:spLocks noGrp="1"/>
          </p:cNvSpPr>
          <p:nvPr>
            <p:ph type="subTitle" idx="6"/>
          </p:nvPr>
        </p:nvSpPr>
        <p:spPr>
          <a:xfrm>
            <a:off x="728762" y="3405999"/>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Shape 371"/>
        <p:cNvGrpSpPr/>
        <p:nvPr/>
      </p:nvGrpSpPr>
      <p:grpSpPr>
        <a:xfrm>
          <a:off x="0" y="0"/>
          <a:ext cx="0" cy="0"/>
          <a:chOff x="0" y="0"/>
          <a:chExt cx="0" cy="0"/>
        </a:xfrm>
      </p:grpSpPr>
      <p:sp>
        <p:nvSpPr>
          <p:cNvPr id="372" name="Google Shape;372;p41"/>
          <p:cNvSpPr txBox="1">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3" name="Google Shape;373;p41"/>
          <p:cNvSpPr txBox="1">
            <a:spLocks noGrp="1"/>
          </p:cNvSpPr>
          <p:nvPr>
            <p:ph type="subTitle" idx="1"/>
          </p:nvPr>
        </p:nvSpPr>
        <p:spPr>
          <a:xfrm>
            <a:off x="2364984" y="134640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4" name="Google Shape;374;p41"/>
          <p:cNvSpPr txBox="1">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5" name="Google Shape;375;p41"/>
          <p:cNvSpPr txBox="1">
            <a:spLocks noGrp="1"/>
          </p:cNvSpPr>
          <p:nvPr>
            <p:ph type="subTitle" idx="3"/>
          </p:nvPr>
        </p:nvSpPr>
        <p:spPr>
          <a:xfrm>
            <a:off x="2364984" y="2694825"/>
            <a:ext cx="4414200" cy="37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6" name="Google Shape;376;p41"/>
          <p:cNvSpPr txBox="1">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7" name="Google Shape;377;p41"/>
          <p:cNvSpPr txBox="1">
            <a:spLocks noGrp="1"/>
          </p:cNvSpPr>
          <p:nvPr>
            <p:ph type="subTitle" idx="5"/>
          </p:nvPr>
        </p:nvSpPr>
        <p:spPr>
          <a:xfrm>
            <a:off x="2364950" y="404325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78" name="Google Shape;378;p4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9" name="Google Shape;379;p4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Shape 380"/>
        <p:cNvGrpSpPr/>
        <p:nvPr/>
      </p:nvGrpSpPr>
      <p:grpSpPr>
        <a:xfrm>
          <a:off x="0" y="0"/>
          <a:ext cx="0" cy="0"/>
          <a:chOff x="0" y="0"/>
          <a:chExt cx="0" cy="0"/>
        </a:xfrm>
      </p:grpSpPr>
      <p:sp>
        <p:nvSpPr>
          <p:cNvPr id="381" name="Google Shape;381;p42"/>
          <p:cNvSpPr txBox="1">
            <a:spLocks noGrp="1"/>
          </p:cNvSpPr>
          <p:nvPr>
            <p:ph type="subTitle" idx="1"/>
          </p:nvPr>
        </p:nvSpPr>
        <p:spPr>
          <a:xfrm>
            <a:off x="5700609" y="2084269"/>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2" name="Google Shape;382;p42"/>
          <p:cNvSpPr txBox="1">
            <a:spLocks noGrp="1"/>
          </p:cNvSpPr>
          <p:nvPr>
            <p:ph type="subTitle" idx="2"/>
          </p:nvPr>
        </p:nvSpPr>
        <p:spPr>
          <a:xfrm>
            <a:off x="5700621" y="2486544"/>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3" name="Google Shape;383;p42"/>
          <p:cNvSpPr txBox="1">
            <a:spLocks noGrp="1"/>
          </p:cNvSpPr>
          <p:nvPr>
            <p:ph type="subTitle" idx="3"/>
          </p:nvPr>
        </p:nvSpPr>
        <p:spPr>
          <a:xfrm>
            <a:off x="1973988" y="902134"/>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4" name="Google Shape;384;p42"/>
          <p:cNvSpPr txBox="1">
            <a:spLocks noGrp="1"/>
          </p:cNvSpPr>
          <p:nvPr>
            <p:ph type="subTitle" idx="4"/>
          </p:nvPr>
        </p:nvSpPr>
        <p:spPr>
          <a:xfrm>
            <a:off x="1973988" y="1304410"/>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5" name="Google Shape;385;p42"/>
          <p:cNvSpPr txBox="1">
            <a:spLocks noGrp="1"/>
          </p:cNvSpPr>
          <p:nvPr>
            <p:ph type="subTitle" idx="5"/>
          </p:nvPr>
        </p:nvSpPr>
        <p:spPr>
          <a:xfrm>
            <a:off x="1973988" y="3290875"/>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6" name="Google Shape;386;p42"/>
          <p:cNvSpPr txBox="1">
            <a:spLocks noGrp="1"/>
          </p:cNvSpPr>
          <p:nvPr>
            <p:ph type="subTitle" idx="6"/>
          </p:nvPr>
        </p:nvSpPr>
        <p:spPr>
          <a:xfrm>
            <a:off x="1973988" y="3699649"/>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87" name="Google Shape;387;p4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88" name="Google Shape;388;p4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89" name="Google Shape;389;p4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0" name="Google Shape;390;p4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1" name="Google Shape;391;p4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92" name="Google Shape;392;p42"/>
          <p:cNvSpPr txBox="1">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3" name="Google Shape;393;p42"/>
          <p:cNvSpPr txBox="1">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4" name="Google Shape;394;p42"/>
          <p:cNvSpPr txBox="1">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Shape 395"/>
        <p:cNvGrpSpPr/>
        <p:nvPr/>
      </p:nvGrpSpPr>
      <p:grpSpPr>
        <a:xfrm>
          <a:off x="0" y="0"/>
          <a:ext cx="0" cy="0"/>
          <a:chOff x="0" y="0"/>
          <a:chExt cx="0" cy="0"/>
        </a:xfrm>
      </p:grpSpPr>
      <p:sp>
        <p:nvSpPr>
          <p:cNvPr id="396" name="Google Shape;396;p43"/>
          <p:cNvSpPr txBox="1">
            <a:spLocks noGrp="1"/>
          </p:cNvSpPr>
          <p:nvPr>
            <p:ph type="title"/>
          </p:nvPr>
        </p:nvSpPr>
        <p:spPr>
          <a:xfrm>
            <a:off x="803750" y="2040496"/>
            <a:ext cx="4087500" cy="673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43"/>
          <p:cNvSpPr txBox="1">
            <a:spLocks noGrp="1"/>
          </p:cNvSpPr>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398" name="Google Shape;398;p4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99" name="Google Shape;399;p4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Shape 400"/>
        <p:cNvGrpSpPr/>
        <p:nvPr/>
      </p:nvGrpSpPr>
      <p:grpSpPr>
        <a:xfrm>
          <a:off x="0" y="0"/>
          <a:ext cx="0" cy="0"/>
          <a:chOff x="0" y="0"/>
          <a:chExt cx="0" cy="0"/>
        </a:xfrm>
      </p:grpSpPr>
      <p:sp>
        <p:nvSpPr>
          <p:cNvPr id="401" name="Google Shape;401;p44"/>
          <p:cNvSpPr txBox="1">
            <a:spLocks noGrp="1"/>
          </p:cNvSpPr>
          <p:nvPr>
            <p:ph type="title"/>
          </p:nvPr>
        </p:nvSpPr>
        <p:spPr>
          <a:xfrm>
            <a:off x="4490150" y="2047725"/>
            <a:ext cx="3364200" cy="628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402" name="Google Shape;402;p44"/>
          <p:cNvSpPr txBox="1">
            <a:spLocks noGrp="1"/>
          </p:cNvSpPr>
          <p:nvPr>
            <p:ph type="subTitle" idx="1"/>
          </p:nvPr>
        </p:nvSpPr>
        <p:spPr>
          <a:xfrm>
            <a:off x="4855550" y="2694825"/>
            <a:ext cx="2998800" cy="558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a:endParaRPr/>
          </a:p>
        </p:txBody>
      </p:sp>
      <p:cxnSp>
        <p:nvCxnSpPr>
          <p:cNvPr id="403" name="Google Shape;403;p4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4" name="Google Shape;404;p4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Shape 405"/>
        <p:cNvGrpSpPr/>
        <p:nvPr/>
      </p:nvGrpSpPr>
      <p:grpSpPr>
        <a:xfrm>
          <a:off x="0" y="0"/>
          <a:ext cx="0" cy="0"/>
          <a:chOff x="0" y="0"/>
          <a:chExt cx="0" cy="0"/>
        </a:xfrm>
      </p:grpSpPr>
      <p:sp>
        <p:nvSpPr>
          <p:cNvPr id="406" name="Google Shape;406;p45"/>
          <p:cNvSpPr txBox="1">
            <a:spLocks noGrp="1"/>
          </p:cNvSpPr>
          <p:nvPr>
            <p:ph type="subTitle" idx="1"/>
          </p:nvPr>
        </p:nvSpPr>
        <p:spPr>
          <a:xfrm>
            <a:off x="4166800" y="1453525"/>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407" name="Google Shape;407;p45"/>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08" name="Google Shape;408;p4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9" name="Google Shape;409;p4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0" name="Google Shape;410;p45"/>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3" name="Google Shape;413;p4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4" name="Google Shape;414;p4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5" name="Google Shape;415;p4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6" name="Google Shape;416;p4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7" name="Google Shape;417;p4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418" name="Google Shape;418;p46"/>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19" name="Google Shape;419;p46"/>
          <p:cNvSpPr txBox="1">
            <a:spLocks noGrp="1"/>
          </p:cNvSpPr>
          <p:nvPr>
            <p:ph type="subTitle" idx="1"/>
          </p:nvPr>
        </p:nvSpPr>
        <p:spPr>
          <a:xfrm>
            <a:off x="4525188"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20" name="Google Shape;420;p46"/>
          <p:cNvSpPr txBox="1">
            <a:spLocks noGrp="1"/>
          </p:cNvSpPr>
          <p:nvPr>
            <p:ph type="subTitle" idx="2"/>
          </p:nvPr>
        </p:nvSpPr>
        <p:spPr>
          <a:xfrm>
            <a:off x="661213"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Shape 421"/>
        <p:cNvGrpSpPr/>
        <p:nvPr/>
      </p:nvGrpSpPr>
      <p:grpSpPr>
        <a:xfrm>
          <a:off x="0" y="0"/>
          <a:ext cx="0" cy="0"/>
          <a:chOff x="0" y="0"/>
          <a:chExt cx="0" cy="0"/>
        </a:xfrm>
      </p:grpSpPr>
      <p:sp>
        <p:nvSpPr>
          <p:cNvPr id="422" name="Google Shape;422;p47"/>
          <p:cNvSpPr txBox="1">
            <a:spLocks noGrp="1"/>
          </p:cNvSpPr>
          <p:nvPr>
            <p:ph type="subTitle" idx="1"/>
          </p:nvPr>
        </p:nvSpPr>
        <p:spPr>
          <a:xfrm>
            <a:off x="4816075"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3" name="Google Shape;423;p47"/>
          <p:cNvSpPr txBox="1">
            <a:spLocks noGrp="1"/>
          </p:cNvSpPr>
          <p:nvPr>
            <p:ph type="subTitle" idx="2"/>
          </p:nvPr>
        </p:nvSpPr>
        <p:spPr>
          <a:xfrm>
            <a:off x="4816200"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4" name="Google Shape;424;p47"/>
          <p:cNvSpPr txBox="1">
            <a:spLocks noGrp="1"/>
          </p:cNvSpPr>
          <p:nvPr>
            <p:ph type="subTitle" idx="3"/>
          </p:nvPr>
        </p:nvSpPr>
        <p:spPr>
          <a:xfrm>
            <a:off x="1385829"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5" name="Google Shape;425;p47"/>
          <p:cNvSpPr txBox="1">
            <a:spLocks noGrp="1"/>
          </p:cNvSpPr>
          <p:nvPr>
            <p:ph type="subTitle" idx="4"/>
          </p:nvPr>
        </p:nvSpPr>
        <p:spPr>
          <a:xfrm>
            <a:off x="1386025"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6" name="Google Shape;426;p47"/>
          <p:cNvSpPr txBox="1">
            <a:spLocks noGrp="1"/>
          </p:cNvSpPr>
          <p:nvPr>
            <p:ph type="title"/>
          </p:nvPr>
        </p:nvSpPr>
        <p:spPr>
          <a:xfrm>
            <a:off x="713225" y="445025"/>
            <a:ext cx="2729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27" name="Google Shape;427;p4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28" name="Google Shape;428;p4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Shape 429"/>
        <p:cNvGrpSpPr/>
        <p:nvPr/>
      </p:nvGrpSpPr>
      <p:grpSpPr>
        <a:xfrm>
          <a:off x="0" y="0"/>
          <a:ext cx="0" cy="0"/>
          <a:chOff x="0" y="0"/>
          <a:chExt cx="0" cy="0"/>
        </a:xfrm>
      </p:grpSpPr>
      <p:sp>
        <p:nvSpPr>
          <p:cNvPr id="430" name="Google Shape;430;p48"/>
          <p:cNvSpPr txBox="1">
            <a:spLocks noGrp="1"/>
          </p:cNvSpPr>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31" name="Google Shape;431;p48"/>
          <p:cNvSpPr txBox="1">
            <a:spLocks noGrp="1"/>
          </p:cNvSpPr>
          <p:nvPr>
            <p:ph type="subTitle" idx="1"/>
          </p:nvPr>
        </p:nvSpPr>
        <p:spPr>
          <a:xfrm>
            <a:off x="3509000"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2" name="Google Shape;432;p48"/>
          <p:cNvSpPr txBox="1">
            <a:spLocks noGrp="1"/>
          </p:cNvSpPr>
          <p:nvPr>
            <p:ph type="subTitle" idx="2"/>
          </p:nvPr>
        </p:nvSpPr>
        <p:spPr>
          <a:xfrm>
            <a:off x="3509025" y="3814950"/>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3" name="Google Shape;433;p48"/>
          <p:cNvSpPr txBox="1">
            <a:spLocks noGrp="1"/>
          </p:cNvSpPr>
          <p:nvPr>
            <p:ph type="subTitle" idx="3"/>
          </p:nvPr>
        </p:nvSpPr>
        <p:spPr>
          <a:xfrm>
            <a:off x="95302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4" name="Google Shape;434;p48"/>
          <p:cNvSpPr txBox="1">
            <a:spLocks noGrp="1"/>
          </p:cNvSpPr>
          <p:nvPr>
            <p:ph type="subTitle" idx="4"/>
          </p:nvPr>
        </p:nvSpPr>
        <p:spPr>
          <a:xfrm>
            <a:off x="953125" y="3814951"/>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5" name="Google Shape;435;p48"/>
          <p:cNvSpPr txBox="1">
            <a:spLocks noGrp="1"/>
          </p:cNvSpPr>
          <p:nvPr>
            <p:ph type="subTitle" idx="5"/>
          </p:nvPr>
        </p:nvSpPr>
        <p:spPr>
          <a:xfrm>
            <a:off x="606487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6" name="Google Shape;436;p48"/>
          <p:cNvSpPr txBox="1">
            <a:spLocks noGrp="1"/>
          </p:cNvSpPr>
          <p:nvPr>
            <p:ph type="subTitle" idx="6"/>
          </p:nvPr>
        </p:nvSpPr>
        <p:spPr>
          <a:xfrm>
            <a:off x="6064875" y="3814950"/>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437" name="Google Shape;437;p4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38" name="Google Shape;438;p4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39" name="Google Shape;439;p48"/>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0" name="Google Shape;440;p4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441"/>
        <p:cNvGrpSpPr/>
        <p:nvPr/>
      </p:nvGrpSpPr>
      <p:grpSpPr>
        <a:xfrm>
          <a:off x="0" y="0"/>
          <a:ext cx="0" cy="0"/>
          <a:chOff x="0" y="0"/>
          <a:chExt cx="0" cy="0"/>
        </a:xfrm>
      </p:grpSpPr>
      <p:sp>
        <p:nvSpPr>
          <p:cNvPr id="442" name="Google Shape;442;p49"/>
          <p:cNvSpPr txBox="1">
            <a:spLocks noGrp="1"/>
          </p:cNvSpPr>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443" name="Google Shape;443;p49"/>
          <p:cNvSpPr txBox="1">
            <a:spLocks noGrp="1"/>
          </p:cNvSpPr>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4" name="Google Shape;444;p49"/>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lang="en" sz="11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dk2"/>
                </a:solidFill>
                <a:latin typeface="Montserrat"/>
                <a:ea typeface="Montserrat"/>
                <a:cs typeface="Montserrat"/>
                <a:sym typeface="Montserrat"/>
              </a:rPr>
              <a:t>, including icons by </a:t>
            </a:r>
            <a:r>
              <a:rPr lang="en" sz="11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dk2"/>
                </a:solidFill>
                <a:latin typeface="Montserrat"/>
                <a:ea typeface="Montserrat"/>
                <a:cs typeface="Montserrat"/>
                <a:sym typeface="Montserrat"/>
              </a:rPr>
              <a:t>, infographics &amp; images by </a:t>
            </a:r>
            <a:r>
              <a:rPr lang="en" sz="11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6" name="Google Shape;446;p49"/>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7" name="Google Shape;447;p4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8" name="Google Shape;448;p49"/>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aşlık Slaydı">
  <p:cSld name="Başlık Slaydı">
    <p:spTree>
      <p:nvGrpSpPr>
        <p:cNvPr id="1" name="Shape 468"/>
        <p:cNvGrpSpPr/>
        <p:nvPr/>
      </p:nvGrpSpPr>
      <p:grpSpPr>
        <a:xfrm>
          <a:off x="0" y="0"/>
          <a:ext cx="0" cy="0"/>
          <a:chOff x="0" y="0"/>
          <a:chExt cx="0" cy="0"/>
        </a:xfrm>
      </p:grpSpPr>
      <p:sp>
        <p:nvSpPr>
          <p:cNvPr id="469" name="Google Shape;469;p54"/>
          <p:cNvSpPr txBox="1">
            <a:spLocks noGrp="1"/>
          </p:cNvSpPr>
          <p:nvPr>
            <p:ph type="dt" idx="10"/>
          </p:nvPr>
        </p:nvSpPr>
        <p:spPr>
          <a:xfrm>
            <a:off x="5973318" y="4704588"/>
            <a:ext cx="2455200" cy="273900"/>
          </a:xfrm>
          <a:prstGeom prst="rect">
            <a:avLst/>
          </a:prstGeom>
          <a:noFill/>
          <a:ln>
            <a:noFill/>
          </a:ln>
        </p:spPr>
        <p:txBody>
          <a:bodyPr spcFirstLastPara="1" wrap="square" lIns="68575" tIns="34275" rIns="68575" bIns="34275" anchor="ctr" anchorCtr="0">
            <a:noAutofit/>
          </a:bodyPr>
          <a:lstStyle>
            <a:lvl1pPr lvl="0" algn="r" rtl="0">
              <a:lnSpc>
                <a:spcPct val="100000"/>
              </a:lnSpc>
              <a:spcBef>
                <a:spcPts val="0"/>
              </a:spcBef>
              <a:spcAft>
                <a:spcPts val="0"/>
              </a:spcAft>
              <a:buSzPts val="1100"/>
              <a:buNone/>
              <a:defRPr sz="1100"/>
            </a:lvl1pPr>
            <a:lvl2pPr lvl="1" algn="l" rtl="0">
              <a:lnSpc>
                <a:spcPct val="100000"/>
              </a:lnSpc>
              <a:spcBef>
                <a:spcPts val="0"/>
              </a:spcBef>
              <a:spcAft>
                <a:spcPts val="0"/>
              </a:spcAft>
              <a:buSzPts val="1100"/>
              <a:buNone/>
              <a:defRPr sz="1100"/>
            </a:lvl2pPr>
            <a:lvl3pPr lvl="2" algn="l" rtl="0">
              <a:lnSpc>
                <a:spcPct val="100000"/>
              </a:lnSpc>
              <a:spcBef>
                <a:spcPts val="0"/>
              </a:spcBef>
              <a:spcAft>
                <a:spcPts val="0"/>
              </a:spcAft>
              <a:buSzPts val="1100"/>
              <a:buNone/>
              <a:defRPr sz="1100"/>
            </a:lvl3pPr>
            <a:lvl4pPr lvl="3" algn="l" rtl="0">
              <a:lnSpc>
                <a:spcPct val="100000"/>
              </a:lnSpc>
              <a:spcBef>
                <a:spcPts val="0"/>
              </a:spcBef>
              <a:spcAft>
                <a:spcPts val="0"/>
              </a:spcAft>
              <a:buSzPts val="1100"/>
              <a:buNone/>
              <a:defRPr sz="1100"/>
            </a:lvl4pPr>
            <a:lvl5pPr lvl="4" algn="l" rtl="0">
              <a:lnSpc>
                <a:spcPct val="100000"/>
              </a:lnSpc>
              <a:spcBef>
                <a:spcPts val="0"/>
              </a:spcBef>
              <a:spcAft>
                <a:spcPts val="0"/>
              </a:spcAft>
              <a:buSzPts val="1100"/>
              <a:buNone/>
              <a:defRPr sz="1100"/>
            </a:lvl5pPr>
            <a:lvl6pPr lvl="5" algn="l" rtl="0">
              <a:lnSpc>
                <a:spcPct val="100000"/>
              </a:lnSpc>
              <a:spcBef>
                <a:spcPts val="0"/>
              </a:spcBef>
              <a:spcAft>
                <a:spcPts val="0"/>
              </a:spcAft>
              <a:buSzPts val="1100"/>
              <a:buNone/>
              <a:defRPr sz="1100"/>
            </a:lvl6pPr>
            <a:lvl7pPr lvl="6" algn="l" rtl="0">
              <a:lnSpc>
                <a:spcPct val="100000"/>
              </a:lnSpc>
              <a:spcBef>
                <a:spcPts val="0"/>
              </a:spcBef>
              <a:spcAft>
                <a:spcPts val="0"/>
              </a:spcAft>
              <a:buSzPts val="1100"/>
              <a:buNone/>
              <a:defRPr sz="1100"/>
            </a:lvl7pPr>
            <a:lvl8pPr lvl="7" algn="l" rtl="0">
              <a:lnSpc>
                <a:spcPct val="100000"/>
              </a:lnSpc>
              <a:spcBef>
                <a:spcPts val="0"/>
              </a:spcBef>
              <a:spcAft>
                <a:spcPts val="0"/>
              </a:spcAft>
              <a:buSzPts val="1100"/>
              <a:buNone/>
              <a:defRPr sz="1100"/>
            </a:lvl8pPr>
            <a:lvl9pPr lvl="8" algn="l" rtl="0">
              <a:lnSpc>
                <a:spcPct val="100000"/>
              </a:lnSpc>
              <a:spcBef>
                <a:spcPts val="0"/>
              </a:spcBef>
              <a:spcAft>
                <a:spcPts val="0"/>
              </a:spcAft>
              <a:buSzPts val="1100"/>
              <a:buNone/>
              <a:defRPr sz="1100"/>
            </a:lvl9pPr>
          </a:lstStyle>
          <a:p>
            <a:endParaRPr/>
          </a:p>
        </p:txBody>
      </p:sp>
      <p:sp>
        <p:nvSpPr>
          <p:cNvPr id="470" name="Google Shape;470;p54"/>
          <p:cNvSpPr txBox="1">
            <a:spLocks noGrp="1"/>
          </p:cNvSpPr>
          <p:nvPr>
            <p:ph type="ftr" idx="11"/>
          </p:nvPr>
        </p:nvSpPr>
        <p:spPr>
          <a:xfrm>
            <a:off x="816102" y="4704588"/>
            <a:ext cx="4745700" cy="2739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SzPts val="1100"/>
              <a:buNone/>
              <a:defRPr sz="1100"/>
            </a:lvl1pPr>
            <a:lvl2pPr lvl="1" algn="l" rtl="0">
              <a:lnSpc>
                <a:spcPct val="100000"/>
              </a:lnSpc>
              <a:spcBef>
                <a:spcPts val="0"/>
              </a:spcBef>
              <a:spcAft>
                <a:spcPts val="0"/>
              </a:spcAft>
              <a:buSzPts val="1100"/>
              <a:buNone/>
              <a:defRPr sz="1100"/>
            </a:lvl2pPr>
            <a:lvl3pPr lvl="2" algn="l" rtl="0">
              <a:lnSpc>
                <a:spcPct val="100000"/>
              </a:lnSpc>
              <a:spcBef>
                <a:spcPts val="0"/>
              </a:spcBef>
              <a:spcAft>
                <a:spcPts val="0"/>
              </a:spcAft>
              <a:buSzPts val="1100"/>
              <a:buNone/>
              <a:defRPr sz="1100"/>
            </a:lvl3pPr>
            <a:lvl4pPr lvl="3" algn="l" rtl="0">
              <a:lnSpc>
                <a:spcPct val="100000"/>
              </a:lnSpc>
              <a:spcBef>
                <a:spcPts val="0"/>
              </a:spcBef>
              <a:spcAft>
                <a:spcPts val="0"/>
              </a:spcAft>
              <a:buSzPts val="1100"/>
              <a:buNone/>
              <a:defRPr sz="1100"/>
            </a:lvl4pPr>
            <a:lvl5pPr lvl="4" algn="l" rtl="0">
              <a:lnSpc>
                <a:spcPct val="100000"/>
              </a:lnSpc>
              <a:spcBef>
                <a:spcPts val="0"/>
              </a:spcBef>
              <a:spcAft>
                <a:spcPts val="0"/>
              </a:spcAft>
              <a:buSzPts val="1100"/>
              <a:buNone/>
              <a:defRPr sz="1100"/>
            </a:lvl5pPr>
            <a:lvl6pPr lvl="5" algn="l" rtl="0">
              <a:lnSpc>
                <a:spcPct val="100000"/>
              </a:lnSpc>
              <a:spcBef>
                <a:spcPts val="0"/>
              </a:spcBef>
              <a:spcAft>
                <a:spcPts val="0"/>
              </a:spcAft>
              <a:buSzPts val="1100"/>
              <a:buNone/>
              <a:defRPr sz="1100"/>
            </a:lvl6pPr>
            <a:lvl7pPr lvl="6" algn="l" rtl="0">
              <a:lnSpc>
                <a:spcPct val="100000"/>
              </a:lnSpc>
              <a:spcBef>
                <a:spcPts val="0"/>
              </a:spcBef>
              <a:spcAft>
                <a:spcPts val="0"/>
              </a:spcAft>
              <a:buSzPts val="1100"/>
              <a:buNone/>
              <a:defRPr sz="1100"/>
            </a:lvl7pPr>
            <a:lvl8pPr lvl="7" algn="l" rtl="0">
              <a:lnSpc>
                <a:spcPct val="100000"/>
              </a:lnSpc>
              <a:spcBef>
                <a:spcPts val="0"/>
              </a:spcBef>
              <a:spcAft>
                <a:spcPts val="0"/>
              </a:spcAft>
              <a:buSzPts val="1100"/>
              <a:buNone/>
              <a:defRPr sz="1100"/>
            </a:lvl8pPr>
            <a:lvl9pPr lvl="8" algn="l" rtl="0">
              <a:lnSpc>
                <a:spcPct val="100000"/>
              </a:lnSpc>
              <a:spcBef>
                <a:spcPts val="0"/>
              </a:spcBef>
              <a:spcAft>
                <a:spcPts val="0"/>
              </a:spcAft>
              <a:buSzPts val="1100"/>
              <a:buNone/>
              <a:defRPr sz="1100"/>
            </a:lvl9pPr>
          </a:lstStyle>
          <a:p>
            <a:endParaRPr/>
          </a:p>
        </p:txBody>
      </p:sp>
      <p:sp>
        <p:nvSpPr>
          <p:cNvPr id="471" name="Google Shape;471;p54"/>
          <p:cNvSpPr txBox="1">
            <a:spLocks noGrp="1"/>
          </p:cNvSpPr>
          <p:nvPr>
            <p:ph type="sldNum" idx="12"/>
          </p:nvPr>
        </p:nvSpPr>
        <p:spPr>
          <a:xfrm>
            <a:off x="8483346" y="4704588"/>
            <a:ext cx="480300" cy="273900"/>
          </a:xfrm>
          <a:prstGeom prst="rect">
            <a:avLst/>
          </a:prstGeom>
          <a:noFill/>
          <a:ln>
            <a:noFill/>
          </a:ln>
        </p:spPr>
        <p:txBody>
          <a:bodyPr spcFirstLastPara="1" wrap="square" lIns="68575" tIns="34275" rIns="68575" bIns="34275" anchor="ctr" anchorCtr="0">
            <a:noAutofit/>
          </a:bodyPr>
          <a:lstStyle>
            <a:lvl1pPr marL="0" marR="0" lvl="0" indent="0" algn="ctr" rtl="0">
              <a:lnSpc>
                <a:spcPct val="100000"/>
              </a:lnSpc>
              <a:spcBef>
                <a:spcPts val="0"/>
              </a:spcBef>
              <a:spcAft>
                <a:spcPts val="0"/>
              </a:spcAft>
              <a:buClr>
                <a:srgbClr val="000000"/>
              </a:buClr>
              <a:buSzPts val="1100"/>
              <a:buFont typeface="Arial"/>
              <a:buNone/>
              <a:defRPr sz="1100" b="1" i="0" u="none" strike="noStrike" cap="none">
                <a:solidFill>
                  <a:srgbClr val="FFFFFF"/>
                </a:solidFill>
                <a:latin typeface="Rockwell"/>
                <a:ea typeface="Rockwell"/>
                <a:cs typeface="Rockwell"/>
                <a:sym typeface="Rockwell"/>
              </a:defRPr>
            </a:lvl1pPr>
            <a:lvl2pPr marL="0" marR="0" lvl="1" indent="0" algn="ctr" rtl="0">
              <a:lnSpc>
                <a:spcPct val="100000"/>
              </a:lnSpc>
              <a:spcBef>
                <a:spcPts val="0"/>
              </a:spcBef>
              <a:spcAft>
                <a:spcPts val="0"/>
              </a:spcAft>
              <a:buClr>
                <a:srgbClr val="000000"/>
              </a:buClr>
              <a:buSzPts val="1100"/>
              <a:buFont typeface="Arial"/>
              <a:buNone/>
              <a:defRPr sz="1100" b="1" i="0" u="none" strike="noStrike" cap="none">
                <a:solidFill>
                  <a:srgbClr val="FFFFFF"/>
                </a:solidFill>
                <a:latin typeface="Rockwell"/>
                <a:ea typeface="Rockwell"/>
                <a:cs typeface="Rockwell"/>
                <a:sym typeface="Rockwell"/>
              </a:defRPr>
            </a:lvl2pPr>
            <a:lvl3pPr marL="0" marR="0" lvl="2" indent="0" algn="ctr" rtl="0">
              <a:lnSpc>
                <a:spcPct val="100000"/>
              </a:lnSpc>
              <a:spcBef>
                <a:spcPts val="0"/>
              </a:spcBef>
              <a:spcAft>
                <a:spcPts val="0"/>
              </a:spcAft>
              <a:buClr>
                <a:srgbClr val="000000"/>
              </a:buClr>
              <a:buSzPts val="1100"/>
              <a:buFont typeface="Arial"/>
              <a:buNone/>
              <a:defRPr sz="1100" b="1" i="0" u="none" strike="noStrike" cap="none">
                <a:solidFill>
                  <a:srgbClr val="FFFFFF"/>
                </a:solidFill>
                <a:latin typeface="Rockwell"/>
                <a:ea typeface="Rockwell"/>
                <a:cs typeface="Rockwell"/>
                <a:sym typeface="Rockwell"/>
              </a:defRPr>
            </a:lvl3pPr>
            <a:lvl4pPr marL="0" marR="0" lvl="3" indent="0" algn="ctr" rtl="0">
              <a:lnSpc>
                <a:spcPct val="100000"/>
              </a:lnSpc>
              <a:spcBef>
                <a:spcPts val="0"/>
              </a:spcBef>
              <a:spcAft>
                <a:spcPts val="0"/>
              </a:spcAft>
              <a:buClr>
                <a:srgbClr val="000000"/>
              </a:buClr>
              <a:buSzPts val="1100"/>
              <a:buFont typeface="Arial"/>
              <a:buNone/>
              <a:defRPr sz="1100" b="1" i="0" u="none" strike="noStrike" cap="none">
                <a:solidFill>
                  <a:srgbClr val="FFFFFF"/>
                </a:solidFill>
                <a:latin typeface="Rockwell"/>
                <a:ea typeface="Rockwell"/>
                <a:cs typeface="Rockwell"/>
                <a:sym typeface="Rockwell"/>
              </a:defRPr>
            </a:lvl4pPr>
            <a:lvl5pPr marL="0" marR="0" lvl="4" indent="0" algn="ctr" rtl="0">
              <a:lnSpc>
                <a:spcPct val="100000"/>
              </a:lnSpc>
              <a:spcBef>
                <a:spcPts val="0"/>
              </a:spcBef>
              <a:spcAft>
                <a:spcPts val="0"/>
              </a:spcAft>
              <a:buClr>
                <a:srgbClr val="000000"/>
              </a:buClr>
              <a:buSzPts val="1100"/>
              <a:buFont typeface="Arial"/>
              <a:buNone/>
              <a:defRPr sz="1100" b="1" i="0" u="none" strike="noStrike" cap="none">
                <a:solidFill>
                  <a:srgbClr val="FFFFFF"/>
                </a:solidFill>
                <a:latin typeface="Rockwell"/>
                <a:ea typeface="Rockwell"/>
                <a:cs typeface="Rockwell"/>
                <a:sym typeface="Rockwell"/>
              </a:defRPr>
            </a:lvl5pPr>
            <a:lvl6pPr marL="0" marR="0" lvl="5" indent="0" algn="ctr" rtl="0">
              <a:lnSpc>
                <a:spcPct val="100000"/>
              </a:lnSpc>
              <a:spcBef>
                <a:spcPts val="0"/>
              </a:spcBef>
              <a:spcAft>
                <a:spcPts val="0"/>
              </a:spcAft>
              <a:buClr>
                <a:srgbClr val="000000"/>
              </a:buClr>
              <a:buSzPts val="1100"/>
              <a:buFont typeface="Arial"/>
              <a:buNone/>
              <a:defRPr sz="1100" b="1" i="0" u="none" strike="noStrike" cap="none">
                <a:solidFill>
                  <a:srgbClr val="FFFFFF"/>
                </a:solidFill>
                <a:latin typeface="Rockwell"/>
                <a:ea typeface="Rockwell"/>
                <a:cs typeface="Rockwell"/>
                <a:sym typeface="Rockwell"/>
              </a:defRPr>
            </a:lvl6pPr>
            <a:lvl7pPr marL="0" marR="0" lvl="6" indent="0" algn="ctr" rtl="0">
              <a:lnSpc>
                <a:spcPct val="100000"/>
              </a:lnSpc>
              <a:spcBef>
                <a:spcPts val="0"/>
              </a:spcBef>
              <a:spcAft>
                <a:spcPts val="0"/>
              </a:spcAft>
              <a:buClr>
                <a:srgbClr val="000000"/>
              </a:buClr>
              <a:buSzPts val="1100"/>
              <a:buFont typeface="Arial"/>
              <a:buNone/>
              <a:defRPr sz="1100" b="1" i="0" u="none" strike="noStrike" cap="none">
                <a:solidFill>
                  <a:srgbClr val="FFFFFF"/>
                </a:solidFill>
                <a:latin typeface="Rockwell"/>
                <a:ea typeface="Rockwell"/>
                <a:cs typeface="Rockwell"/>
                <a:sym typeface="Rockwell"/>
              </a:defRPr>
            </a:lvl7pPr>
            <a:lvl8pPr marL="0" marR="0" lvl="7" indent="0" algn="ctr" rtl="0">
              <a:lnSpc>
                <a:spcPct val="100000"/>
              </a:lnSpc>
              <a:spcBef>
                <a:spcPts val="0"/>
              </a:spcBef>
              <a:spcAft>
                <a:spcPts val="0"/>
              </a:spcAft>
              <a:buClr>
                <a:srgbClr val="000000"/>
              </a:buClr>
              <a:buSzPts val="1100"/>
              <a:buFont typeface="Arial"/>
              <a:buNone/>
              <a:defRPr sz="1100" b="1" i="0" u="none" strike="noStrike" cap="none">
                <a:solidFill>
                  <a:srgbClr val="FFFFFF"/>
                </a:solidFill>
                <a:latin typeface="Rockwell"/>
                <a:ea typeface="Rockwell"/>
                <a:cs typeface="Rockwell"/>
                <a:sym typeface="Rockwell"/>
              </a:defRPr>
            </a:lvl8pPr>
            <a:lvl9pPr marL="0" marR="0" lvl="8" indent="0" algn="ctr" rtl="0">
              <a:lnSpc>
                <a:spcPct val="100000"/>
              </a:lnSpc>
              <a:spcBef>
                <a:spcPts val="0"/>
              </a:spcBef>
              <a:spcAft>
                <a:spcPts val="0"/>
              </a:spcAft>
              <a:buClr>
                <a:srgbClr val="000000"/>
              </a:buClr>
              <a:buSzPts val="1100"/>
              <a:buFont typeface="Arial"/>
              <a:buNone/>
              <a:defRPr sz="1100" b="1" i="0" u="none" strike="noStrike" cap="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5"/>
          <p:cNvSpPr txBox="1">
            <a:spLocks noGrp="1"/>
          </p:cNvSpPr>
          <p:nvPr>
            <p:ph type="ctrTitle"/>
          </p:nvPr>
        </p:nvSpPr>
        <p:spPr>
          <a:xfrm>
            <a:off x="1039950" y="1245950"/>
            <a:ext cx="70641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6AA84F"/>
                </a:solidFill>
              </a:rPr>
              <a:t>E-Technician </a:t>
            </a:r>
            <a:endParaRPr>
              <a:solidFill>
                <a:srgbClr val="6AA84F"/>
              </a:solidFill>
            </a:endParaRPr>
          </a:p>
        </p:txBody>
      </p:sp>
      <p:sp>
        <p:nvSpPr>
          <p:cNvPr id="477" name="Google Shape;477;p55"/>
          <p:cNvSpPr txBox="1">
            <a:spLocks noGrp="1"/>
          </p:cNvSpPr>
          <p:nvPr>
            <p:ph type="subTitle" idx="1"/>
          </p:nvPr>
        </p:nvSpPr>
        <p:spPr>
          <a:xfrm>
            <a:off x="1039950" y="3085250"/>
            <a:ext cx="70641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400">
                <a:solidFill>
                  <a:schemeClr val="dk1"/>
                </a:solidFill>
              </a:rPr>
              <a:t>A software for revolutionising how clients reach service providers.</a:t>
            </a:r>
            <a:endParaRPr sz="1400">
              <a:solidFill>
                <a:schemeClr val="dk1"/>
              </a:solidFill>
            </a:endParaRPr>
          </a:p>
        </p:txBody>
      </p:sp>
      <p:sp>
        <p:nvSpPr>
          <p:cNvPr id="478" name="Google Shape;478;p55"/>
          <p:cNvSpPr txBox="1"/>
          <p:nvPr/>
        </p:nvSpPr>
        <p:spPr>
          <a:xfrm>
            <a:off x="3072000" y="3665050"/>
            <a:ext cx="3000000" cy="126185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dirty="0">
              <a:solidFill>
                <a:srgbClr val="4F4F4F"/>
              </a:solidFill>
            </a:endParaRPr>
          </a:p>
          <a:p>
            <a:pPr marL="0" lvl="0" indent="0" algn="l" rtl="0">
              <a:spcBef>
                <a:spcPts val="0"/>
              </a:spcBef>
              <a:spcAft>
                <a:spcPts val="0"/>
              </a:spcAft>
              <a:buNone/>
            </a:pPr>
            <a:r>
              <a:rPr lang="en" b="1" dirty="0">
                <a:solidFill>
                  <a:srgbClr val="FF3932"/>
                </a:solidFill>
              </a:rPr>
              <a:t>               GROUP-26</a:t>
            </a:r>
            <a:endParaRPr b="1" dirty="0">
              <a:solidFill>
                <a:srgbClr val="FF3932"/>
              </a:solidFill>
            </a:endParaRPr>
          </a:p>
          <a:p>
            <a:pPr marL="0" lvl="0" indent="0" algn="l" rtl="0">
              <a:spcBef>
                <a:spcPts val="0"/>
              </a:spcBef>
              <a:spcAft>
                <a:spcPts val="0"/>
              </a:spcAft>
              <a:buNone/>
            </a:pPr>
            <a:endParaRPr dirty="0">
              <a:solidFill>
                <a:srgbClr val="4F4F4F"/>
              </a:solidFill>
            </a:endParaRPr>
          </a:p>
          <a:p>
            <a:pPr marL="0" lvl="0" indent="0" algn="l" rtl="0">
              <a:spcBef>
                <a:spcPts val="0"/>
              </a:spcBef>
              <a:spcAft>
                <a:spcPts val="0"/>
              </a:spcAft>
              <a:buNone/>
            </a:pPr>
            <a:endParaRPr dirty="0">
              <a:solidFill>
                <a:srgbClr val="4F4F4F"/>
              </a:solidFill>
            </a:endParaRPr>
          </a:p>
          <a:p>
            <a:pPr marL="0" lvl="0" indent="0" algn="l" rtl="0">
              <a:spcBef>
                <a:spcPts val="0"/>
              </a:spcBef>
              <a:spcAft>
                <a:spcPts val="0"/>
              </a:spcAft>
              <a:buNone/>
            </a:pPr>
            <a:endParaRPr dirty="0">
              <a:solidFill>
                <a:srgbClr val="4F4F4F"/>
              </a:solidFill>
            </a:endParaRPr>
          </a:p>
        </p:txBody>
      </p:sp>
      <p:pic>
        <p:nvPicPr>
          <p:cNvPr id="479" name="Google Shape;479;p55"/>
          <p:cNvPicPr preferRelativeResize="0"/>
          <p:nvPr/>
        </p:nvPicPr>
        <p:blipFill rotWithShape="1">
          <a:blip r:embed="rId3">
            <a:alphaModFix/>
          </a:blip>
          <a:srcRect t="1493" b="1493"/>
          <a:stretch/>
        </p:blipFill>
        <p:spPr>
          <a:xfrm>
            <a:off x="3411600" y="449375"/>
            <a:ext cx="2115801" cy="1941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6"/>
                                        </p:tgtEl>
                                        <p:attrNameLst>
                                          <p:attrName>style.visibility</p:attrName>
                                        </p:attrNameLst>
                                      </p:cBhvr>
                                      <p:to>
                                        <p:strVal val="visible"/>
                                      </p:to>
                                    </p:set>
                                    <p:anim calcmode="lin" valueType="num">
                                      <p:cBhvr additive="base">
                                        <p:cTn id="7" dur="1000"/>
                                        <p:tgtEl>
                                          <p:spTgt spid="476"/>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77"/>
                                        </p:tgtEl>
                                        <p:attrNameLst>
                                          <p:attrName>style.visibility</p:attrName>
                                        </p:attrNameLst>
                                      </p:cBhvr>
                                      <p:to>
                                        <p:strVal val="visible"/>
                                      </p:to>
                                    </p:set>
                                    <p:anim calcmode="lin" valueType="num">
                                      <p:cBhvr additive="base">
                                        <p:cTn id="10" dur="1000"/>
                                        <p:tgtEl>
                                          <p:spTgt spid="4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56"/>
          <p:cNvSpPr txBox="1">
            <a:spLocks noGrp="1"/>
          </p:cNvSpPr>
          <p:nvPr>
            <p:ph type="title"/>
          </p:nvPr>
        </p:nvSpPr>
        <p:spPr>
          <a:xfrm>
            <a:off x="-567000" y="1471853"/>
            <a:ext cx="4323000" cy="49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solidFill>
                  <a:srgbClr val="FF3932"/>
                </a:solidFill>
              </a:rPr>
              <a:t>Project description </a:t>
            </a:r>
            <a:endParaRPr sz="2600">
              <a:solidFill>
                <a:srgbClr val="FF3932"/>
              </a:solidFill>
            </a:endParaRPr>
          </a:p>
        </p:txBody>
      </p:sp>
      <p:sp>
        <p:nvSpPr>
          <p:cNvPr id="485" name="Google Shape;485;p56"/>
          <p:cNvSpPr txBox="1">
            <a:spLocks noGrp="1"/>
          </p:cNvSpPr>
          <p:nvPr>
            <p:ph type="subTitle" idx="1"/>
          </p:nvPr>
        </p:nvSpPr>
        <p:spPr>
          <a:xfrm>
            <a:off x="188850" y="1969550"/>
            <a:ext cx="8307900" cy="348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a:solidFill>
                  <a:schemeClr val="dk1"/>
                </a:solidFill>
              </a:rPr>
              <a:t>We are developing a user-friendly platform that connects clients with local technicians. Clients can easily submit descriptions, photos, or videos of their service needs. Technicians in the area will review these requests and provide solutions with estimates. The platform aims to simplify the decision-making process for clients, allowing them to choose the best technician quickly and confidently.</a:t>
            </a:r>
            <a:endParaRPr sz="1100">
              <a:solidFill>
                <a:schemeClr val="dk1"/>
              </a:solidFill>
            </a:endParaRPr>
          </a:p>
          <a:p>
            <a:pPr marL="0" lvl="0" indent="0" algn="l" rtl="0">
              <a:spcBef>
                <a:spcPts val="1200"/>
              </a:spcBef>
              <a:spcAft>
                <a:spcPts val="0"/>
              </a:spcAft>
              <a:buClr>
                <a:schemeClr val="dk1"/>
              </a:buClr>
              <a:buSzPts val="1100"/>
              <a:buFont typeface="Arial"/>
              <a:buNone/>
            </a:pPr>
            <a:endParaRPr sz="1500">
              <a:solidFill>
                <a:schemeClr val="dk1"/>
              </a:solidFill>
            </a:endParaRPr>
          </a:p>
          <a:p>
            <a:pPr marL="0" lvl="0" indent="0" algn="l" rtl="0">
              <a:spcBef>
                <a:spcPts val="1200"/>
              </a:spcBef>
              <a:spcAft>
                <a:spcPts val="0"/>
              </a:spcAft>
              <a:buClr>
                <a:schemeClr val="dk1"/>
              </a:buClr>
              <a:buSzPts val="1100"/>
              <a:buFont typeface="Arial"/>
              <a:buNone/>
            </a:pPr>
            <a:endParaRPr sz="1700"/>
          </a:p>
          <a:p>
            <a:pPr marL="0" lvl="0" indent="0" algn="l" rtl="0">
              <a:spcBef>
                <a:spcPts val="1200"/>
              </a:spcBef>
              <a:spcAft>
                <a:spcPts val="1200"/>
              </a:spcAft>
              <a:buNone/>
            </a:pPr>
            <a:r>
              <a:rPr lang="en" sz="1700"/>
              <a:t> </a:t>
            </a:r>
            <a:endParaRPr sz="1700"/>
          </a:p>
        </p:txBody>
      </p:sp>
      <p:sp>
        <p:nvSpPr>
          <p:cNvPr id="486" name="Google Shape;486;p56"/>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93C47D"/>
                </a:solidFill>
                <a:latin typeface="Vidaloka"/>
                <a:ea typeface="Vidaloka"/>
                <a:cs typeface="Vidaloka"/>
                <a:sym typeface="Vidaloka"/>
              </a:rPr>
              <a:t>E-Technician</a:t>
            </a:r>
            <a:endParaRPr sz="2400">
              <a:solidFill>
                <a:srgbClr val="93C47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7"/>
          <p:cNvSpPr txBox="1">
            <a:spLocks noGrp="1"/>
          </p:cNvSpPr>
          <p:nvPr>
            <p:ph type="title"/>
          </p:nvPr>
        </p:nvSpPr>
        <p:spPr>
          <a:xfrm>
            <a:off x="188850" y="1524878"/>
            <a:ext cx="4323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F3932"/>
                </a:solidFill>
              </a:rPr>
              <a:t>Objectives of the project</a:t>
            </a:r>
            <a:endParaRPr sz="2600">
              <a:solidFill>
                <a:srgbClr val="FF3932"/>
              </a:solidFill>
            </a:endParaRPr>
          </a:p>
        </p:txBody>
      </p:sp>
      <p:sp>
        <p:nvSpPr>
          <p:cNvPr id="492" name="Google Shape;492;p57"/>
          <p:cNvSpPr txBox="1">
            <a:spLocks noGrp="1"/>
          </p:cNvSpPr>
          <p:nvPr>
            <p:ph type="subTitle" idx="1"/>
          </p:nvPr>
        </p:nvSpPr>
        <p:spPr>
          <a:xfrm>
            <a:off x="188850" y="1969550"/>
            <a:ext cx="8307900" cy="348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Arial"/>
                <a:ea typeface="Arial"/>
                <a:cs typeface="Arial"/>
                <a:sym typeface="Arial"/>
              </a:rPr>
              <a:t>The main objectives of our project is:</a:t>
            </a:r>
            <a:endParaRPr sz="1500">
              <a:latin typeface="Arial"/>
              <a:ea typeface="Arial"/>
              <a:cs typeface="Arial"/>
              <a:sym typeface="Arial"/>
            </a:endParaRPr>
          </a:p>
          <a:p>
            <a:pPr marL="457200" lvl="0" indent="-323850" algn="l" rtl="0">
              <a:spcBef>
                <a:spcPts val="1200"/>
              </a:spcBef>
              <a:spcAft>
                <a:spcPts val="0"/>
              </a:spcAft>
              <a:buSzPts val="1500"/>
              <a:buFont typeface="Arial"/>
              <a:buChar char="●"/>
            </a:pPr>
            <a:r>
              <a:rPr lang="en" sz="1500">
                <a:solidFill>
                  <a:schemeClr val="dk1"/>
                </a:solidFill>
                <a:latin typeface="Arial"/>
                <a:ea typeface="Arial"/>
                <a:cs typeface="Arial"/>
                <a:sym typeface="Arial"/>
              </a:rPr>
              <a:t>To revolutionise the process of accessing skilled technicians swiftly and effortlessly.</a:t>
            </a:r>
            <a:endParaRPr sz="1500">
              <a:latin typeface="Arial"/>
              <a:ea typeface="Arial"/>
              <a:cs typeface="Arial"/>
              <a:sym typeface="Arial"/>
            </a:endParaRPr>
          </a:p>
          <a:p>
            <a:pPr marL="457200" lvl="0" indent="-323850" algn="l" rtl="0">
              <a:spcBef>
                <a:spcPts val="0"/>
              </a:spcBef>
              <a:spcAft>
                <a:spcPts val="0"/>
              </a:spcAft>
              <a:buSzPts val="1500"/>
              <a:buFont typeface="Arial"/>
              <a:buChar char="●"/>
            </a:pPr>
            <a:r>
              <a:rPr lang="en" sz="1500">
                <a:latin typeface="Arial"/>
                <a:ea typeface="Arial"/>
                <a:cs typeface="Arial"/>
                <a:sym typeface="Arial"/>
              </a:rPr>
              <a:t>To develop User-Friendly Platform for both clients and service providers.</a:t>
            </a:r>
            <a:endParaRPr sz="1500">
              <a:latin typeface="Arial"/>
              <a:ea typeface="Arial"/>
              <a:cs typeface="Arial"/>
              <a:sym typeface="Arial"/>
            </a:endParaRPr>
          </a:p>
          <a:p>
            <a:pPr marL="457200" lvl="0" indent="-323850" algn="l" rtl="0">
              <a:spcBef>
                <a:spcPts val="0"/>
              </a:spcBef>
              <a:spcAft>
                <a:spcPts val="0"/>
              </a:spcAft>
              <a:buSzPts val="1500"/>
              <a:buFont typeface="Arial"/>
              <a:buChar char="●"/>
            </a:pPr>
            <a:r>
              <a:rPr lang="en" sz="1500">
                <a:latin typeface="Arial"/>
                <a:ea typeface="Arial"/>
                <a:cs typeface="Arial"/>
                <a:sym typeface="Arial"/>
              </a:rPr>
              <a:t>To reduce the amount of time it takes for clients to find the right service provider.</a:t>
            </a:r>
            <a:endParaRPr sz="1500">
              <a:latin typeface="Arial"/>
              <a:ea typeface="Arial"/>
              <a:cs typeface="Arial"/>
              <a:sym typeface="Arial"/>
            </a:endParaRPr>
          </a:p>
          <a:p>
            <a:pPr marL="457200" lvl="0" indent="-323850" algn="l" rtl="0">
              <a:spcBef>
                <a:spcPts val="0"/>
              </a:spcBef>
              <a:spcAft>
                <a:spcPts val="0"/>
              </a:spcAft>
              <a:buSzPts val="1500"/>
              <a:buFont typeface="Arial"/>
              <a:buChar char="●"/>
            </a:pPr>
            <a:r>
              <a:rPr lang="en" sz="1500">
                <a:latin typeface="Arial"/>
                <a:ea typeface="Arial"/>
                <a:cs typeface="Arial"/>
                <a:sym typeface="Arial"/>
              </a:rPr>
              <a:t>To implement Matching Algorithm for clients and service providers.</a:t>
            </a:r>
            <a:endParaRPr sz="1500">
              <a:latin typeface="Arial"/>
              <a:ea typeface="Arial"/>
              <a:cs typeface="Arial"/>
              <a:sym typeface="Arial"/>
            </a:endParaRPr>
          </a:p>
          <a:p>
            <a:pPr marL="457200" lvl="0" indent="-323850" algn="l" rtl="0">
              <a:spcBef>
                <a:spcPts val="0"/>
              </a:spcBef>
              <a:spcAft>
                <a:spcPts val="0"/>
              </a:spcAft>
              <a:buSzPts val="1500"/>
              <a:buFont typeface="Arial"/>
              <a:buChar char="●"/>
            </a:pPr>
            <a:r>
              <a:rPr lang="en" sz="1500">
                <a:latin typeface="Arial"/>
                <a:ea typeface="Arial"/>
                <a:cs typeface="Arial"/>
                <a:sym typeface="Arial"/>
              </a:rPr>
              <a:t>To secure integration of  Communication and Payment Tools.</a:t>
            </a:r>
            <a:endParaRPr sz="1500">
              <a:latin typeface="Arial"/>
              <a:ea typeface="Arial"/>
              <a:cs typeface="Arial"/>
              <a:sym typeface="Arial"/>
            </a:endParaRPr>
          </a:p>
          <a:p>
            <a:pPr marL="0" lvl="0" indent="0" algn="l" rtl="0">
              <a:spcBef>
                <a:spcPts val="1200"/>
              </a:spcBef>
              <a:spcAft>
                <a:spcPts val="0"/>
              </a:spcAft>
              <a:buNone/>
            </a:pPr>
            <a:endParaRPr sz="1500">
              <a:latin typeface="Arial"/>
              <a:ea typeface="Arial"/>
              <a:cs typeface="Arial"/>
              <a:sym typeface="Arial"/>
            </a:endParaRPr>
          </a:p>
          <a:p>
            <a:pPr marL="0" lvl="0" indent="0" algn="l" rtl="0">
              <a:spcBef>
                <a:spcPts val="1200"/>
              </a:spcBef>
              <a:spcAft>
                <a:spcPts val="0"/>
              </a:spcAft>
              <a:buNone/>
            </a:pPr>
            <a:endParaRPr sz="1500">
              <a:latin typeface="Arial"/>
              <a:ea typeface="Arial"/>
              <a:cs typeface="Arial"/>
              <a:sym typeface="Arial"/>
            </a:endParaRPr>
          </a:p>
          <a:p>
            <a:pPr marL="0" lvl="0" indent="0" algn="l" rtl="0">
              <a:spcBef>
                <a:spcPts val="1200"/>
              </a:spcBef>
              <a:spcAft>
                <a:spcPts val="0"/>
              </a:spcAft>
              <a:buNone/>
            </a:pPr>
            <a:endParaRPr sz="1800"/>
          </a:p>
          <a:p>
            <a:pPr marL="0" lvl="0" indent="0" algn="l" rtl="0">
              <a:spcBef>
                <a:spcPts val="1200"/>
              </a:spcBef>
              <a:spcAft>
                <a:spcPts val="1200"/>
              </a:spcAft>
              <a:buNone/>
            </a:pPr>
            <a:r>
              <a:rPr lang="en" sz="1800"/>
              <a:t> </a:t>
            </a:r>
            <a:endParaRPr sz="1800"/>
          </a:p>
        </p:txBody>
      </p:sp>
      <p:grpSp>
        <p:nvGrpSpPr>
          <p:cNvPr id="493" name="Google Shape;493;p57"/>
          <p:cNvGrpSpPr/>
          <p:nvPr/>
        </p:nvGrpSpPr>
        <p:grpSpPr>
          <a:xfrm>
            <a:off x="3942269" y="1552649"/>
            <a:ext cx="608665" cy="591793"/>
            <a:chOff x="-63250675" y="3744075"/>
            <a:chExt cx="320350" cy="318100"/>
          </a:xfrm>
        </p:grpSpPr>
        <p:sp>
          <p:nvSpPr>
            <p:cNvPr id="494" name="Google Shape;494;p57"/>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95" name="Google Shape;495;p57"/>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96" name="Google Shape;496;p57"/>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497" name="Google Shape;497;p57"/>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8"/>
          <p:cNvSpPr txBox="1">
            <a:spLocks noGrp="1"/>
          </p:cNvSpPr>
          <p:nvPr>
            <p:ph type="title"/>
          </p:nvPr>
        </p:nvSpPr>
        <p:spPr>
          <a:xfrm>
            <a:off x="-567000" y="1167053"/>
            <a:ext cx="4323000" cy="49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solidFill>
                  <a:srgbClr val="FF3932"/>
                </a:solidFill>
              </a:rPr>
              <a:t>Targeted audience</a:t>
            </a:r>
            <a:endParaRPr sz="2600">
              <a:solidFill>
                <a:srgbClr val="FF3932"/>
              </a:solidFill>
            </a:endParaRPr>
          </a:p>
        </p:txBody>
      </p:sp>
      <p:sp>
        <p:nvSpPr>
          <p:cNvPr id="503" name="Google Shape;503;p58"/>
          <p:cNvSpPr txBox="1">
            <a:spLocks noGrp="1"/>
          </p:cNvSpPr>
          <p:nvPr>
            <p:ph type="subTitle" idx="4294967295"/>
          </p:nvPr>
        </p:nvSpPr>
        <p:spPr>
          <a:xfrm>
            <a:off x="188850" y="1664750"/>
            <a:ext cx="8307900" cy="348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latin typeface="Arial"/>
                <a:ea typeface="Arial"/>
                <a:cs typeface="Arial"/>
                <a:sym typeface="Arial"/>
              </a:rPr>
              <a:t>The targeted audience for the E-Technician platform includes:</a:t>
            </a:r>
            <a:endParaRPr sz="1500">
              <a:solidFill>
                <a:schemeClr val="dk1"/>
              </a:solidFill>
              <a:latin typeface="Arial"/>
              <a:ea typeface="Arial"/>
              <a:cs typeface="Arial"/>
              <a:sym typeface="Arial"/>
            </a:endParaRPr>
          </a:p>
          <a:p>
            <a:pPr marL="457200" lvl="0" indent="-317500" algn="l" rtl="0">
              <a:spcBef>
                <a:spcPts val="1200"/>
              </a:spcBef>
              <a:spcAft>
                <a:spcPts val="0"/>
              </a:spcAft>
              <a:buClr>
                <a:schemeClr val="dk1"/>
              </a:buClr>
              <a:buSzPts val="1400"/>
              <a:buFont typeface="Arial"/>
              <a:buChar char="●"/>
            </a:pPr>
            <a:r>
              <a:rPr lang="en" sz="1400">
                <a:solidFill>
                  <a:schemeClr val="dk1"/>
                </a:solidFill>
                <a:latin typeface="Arial"/>
                <a:ea typeface="Arial"/>
                <a:cs typeface="Arial"/>
                <a:sym typeface="Arial"/>
              </a:rPr>
              <a:t>Individual Consumers.</a:t>
            </a:r>
            <a:endParaRPr sz="1400">
              <a:solidFill>
                <a:schemeClr val="dk1"/>
              </a:solidFill>
              <a:latin typeface="Arial"/>
              <a:ea typeface="Arial"/>
              <a:cs typeface="Arial"/>
              <a:sym typeface="Arial"/>
            </a:endParaRPr>
          </a:p>
          <a:p>
            <a:pPr marL="457200" lvl="0" indent="-317500" algn="l" rtl="0">
              <a:spcBef>
                <a:spcPts val="0"/>
              </a:spcBef>
              <a:spcAft>
                <a:spcPts val="0"/>
              </a:spcAft>
              <a:buClr>
                <a:schemeClr val="dk1"/>
              </a:buClr>
              <a:buSzPts val="1400"/>
              <a:buFont typeface="Arial"/>
              <a:buChar char="●"/>
            </a:pPr>
            <a:r>
              <a:rPr lang="en" sz="1400">
                <a:solidFill>
                  <a:schemeClr val="dk1"/>
                </a:solidFill>
                <a:latin typeface="Arial"/>
                <a:ea typeface="Arial"/>
                <a:cs typeface="Arial"/>
                <a:sym typeface="Arial"/>
              </a:rPr>
              <a:t>Small Businesses.</a:t>
            </a:r>
            <a:endParaRPr sz="1400">
              <a:solidFill>
                <a:schemeClr val="dk1"/>
              </a:solidFill>
              <a:latin typeface="Arial"/>
              <a:ea typeface="Arial"/>
              <a:cs typeface="Arial"/>
              <a:sym typeface="Arial"/>
            </a:endParaRPr>
          </a:p>
          <a:p>
            <a:pPr marL="457200" lvl="0" indent="-317500" algn="l" rtl="0">
              <a:spcBef>
                <a:spcPts val="0"/>
              </a:spcBef>
              <a:spcAft>
                <a:spcPts val="0"/>
              </a:spcAft>
              <a:buClr>
                <a:schemeClr val="dk1"/>
              </a:buClr>
              <a:buSzPts val="1400"/>
              <a:buFont typeface="Arial"/>
              <a:buChar char="●"/>
            </a:pPr>
            <a:r>
              <a:rPr lang="en" sz="1400">
                <a:solidFill>
                  <a:schemeClr val="dk1"/>
                </a:solidFill>
                <a:latin typeface="Arial"/>
                <a:ea typeface="Arial"/>
                <a:cs typeface="Arial"/>
                <a:sym typeface="Arial"/>
              </a:rPr>
              <a:t>Property Managers.</a:t>
            </a:r>
            <a:endParaRPr sz="1400">
              <a:solidFill>
                <a:schemeClr val="dk1"/>
              </a:solidFill>
              <a:latin typeface="Arial"/>
              <a:ea typeface="Arial"/>
              <a:cs typeface="Arial"/>
              <a:sym typeface="Arial"/>
            </a:endParaRPr>
          </a:p>
          <a:p>
            <a:pPr marL="457200" lvl="0" indent="-317500" algn="l" rtl="0">
              <a:spcBef>
                <a:spcPts val="0"/>
              </a:spcBef>
              <a:spcAft>
                <a:spcPts val="0"/>
              </a:spcAft>
              <a:buClr>
                <a:schemeClr val="dk1"/>
              </a:buClr>
              <a:buSzPts val="1400"/>
              <a:buFont typeface="Arial"/>
              <a:buChar char="●"/>
            </a:pPr>
            <a:r>
              <a:rPr lang="en" sz="1400">
                <a:solidFill>
                  <a:schemeClr val="dk1"/>
                </a:solidFill>
                <a:latin typeface="Arial"/>
                <a:ea typeface="Arial"/>
                <a:cs typeface="Arial"/>
                <a:sym typeface="Arial"/>
              </a:rPr>
              <a:t>Service Providers.</a:t>
            </a:r>
            <a:endParaRPr sz="1500">
              <a:solidFill>
                <a:schemeClr val="dk1"/>
              </a:solidFill>
              <a:latin typeface="Arial"/>
              <a:ea typeface="Arial"/>
              <a:cs typeface="Arial"/>
              <a:sym typeface="Arial"/>
            </a:endParaRPr>
          </a:p>
          <a:p>
            <a:pPr marL="0" lvl="0" indent="0" algn="l" rtl="0">
              <a:spcBef>
                <a:spcPts val="1200"/>
              </a:spcBef>
              <a:spcAft>
                <a:spcPts val="0"/>
              </a:spcAft>
              <a:buNone/>
            </a:pPr>
            <a:endParaRPr sz="1500">
              <a:solidFill>
                <a:schemeClr val="dk1"/>
              </a:solidFill>
              <a:latin typeface="Arial"/>
              <a:ea typeface="Arial"/>
              <a:cs typeface="Arial"/>
              <a:sym typeface="Arial"/>
            </a:endParaRPr>
          </a:p>
          <a:p>
            <a:pPr marL="0" lvl="0" indent="0" algn="l" rtl="0">
              <a:spcBef>
                <a:spcPts val="1200"/>
              </a:spcBef>
              <a:spcAft>
                <a:spcPts val="0"/>
              </a:spcAft>
              <a:buNone/>
            </a:pPr>
            <a:endParaRPr sz="1700">
              <a:latin typeface="Arial"/>
              <a:ea typeface="Arial"/>
              <a:cs typeface="Arial"/>
              <a:sym typeface="Arial"/>
            </a:endParaRPr>
          </a:p>
          <a:p>
            <a:pPr marL="0" lvl="0" indent="0" algn="l" rtl="0">
              <a:spcBef>
                <a:spcPts val="1200"/>
              </a:spcBef>
              <a:spcAft>
                <a:spcPts val="1200"/>
              </a:spcAft>
              <a:buNone/>
            </a:pPr>
            <a:r>
              <a:rPr lang="en" sz="1700">
                <a:latin typeface="Arial"/>
                <a:ea typeface="Arial"/>
                <a:cs typeface="Arial"/>
                <a:sym typeface="Arial"/>
              </a:rPr>
              <a:t> </a:t>
            </a:r>
            <a:endParaRPr sz="1700">
              <a:latin typeface="Arial"/>
              <a:ea typeface="Arial"/>
              <a:cs typeface="Arial"/>
              <a:sym typeface="Arial"/>
            </a:endParaRPr>
          </a:p>
        </p:txBody>
      </p:sp>
      <p:sp>
        <p:nvSpPr>
          <p:cNvPr id="504" name="Google Shape;504;p58"/>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 </a:t>
            </a:r>
            <a:endParaRPr sz="2400">
              <a:solidFill>
                <a:srgbClr val="6AA84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59"/>
          <p:cNvSpPr txBox="1">
            <a:spLocks noGrp="1"/>
          </p:cNvSpPr>
          <p:nvPr>
            <p:ph type="title"/>
          </p:nvPr>
        </p:nvSpPr>
        <p:spPr>
          <a:xfrm>
            <a:off x="2221650" y="2162550"/>
            <a:ext cx="47007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rgbClr val="FF3932"/>
                </a:solidFill>
              </a:rPr>
              <a:t>Software Process Modeling</a:t>
            </a:r>
            <a:endParaRPr sz="3000">
              <a:solidFill>
                <a:srgbClr val="FF393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60"/>
          <p:cNvSpPr txBox="1">
            <a:spLocks noGrp="1"/>
          </p:cNvSpPr>
          <p:nvPr>
            <p:ph type="subTitle" idx="1"/>
          </p:nvPr>
        </p:nvSpPr>
        <p:spPr>
          <a:xfrm>
            <a:off x="168550" y="1717475"/>
            <a:ext cx="8307900" cy="3481500"/>
          </a:xfrm>
          <a:prstGeom prst="rect">
            <a:avLst/>
          </a:prstGeom>
        </p:spPr>
        <p:txBody>
          <a:bodyPr spcFirstLastPara="1" wrap="square" lIns="91425" tIns="91425" rIns="91425" bIns="91425" anchor="t" anchorCtr="0">
            <a:noAutofit/>
          </a:bodyPr>
          <a:lstStyle/>
          <a:p>
            <a:pPr marL="457200" lvl="0" indent="-320675" algn="l" rtl="0">
              <a:spcBef>
                <a:spcPts val="0"/>
              </a:spcBef>
              <a:spcAft>
                <a:spcPts val="0"/>
              </a:spcAft>
              <a:buSzPts val="1450"/>
              <a:buFont typeface="Arial"/>
              <a:buChar char="●"/>
            </a:pPr>
            <a:r>
              <a:rPr lang="en" sz="1450">
                <a:latin typeface="Arial"/>
                <a:ea typeface="Arial"/>
                <a:cs typeface="Arial"/>
                <a:sym typeface="Arial"/>
              </a:rPr>
              <a:t>Client</a:t>
            </a:r>
            <a:endParaRPr sz="1450">
              <a:latin typeface="Arial"/>
              <a:ea typeface="Arial"/>
              <a:cs typeface="Arial"/>
              <a:sym typeface="Arial"/>
            </a:endParaRPr>
          </a:p>
          <a:p>
            <a:pPr marL="457200" lvl="0" indent="-320675" algn="l" rtl="0">
              <a:spcBef>
                <a:spcPts val="0"/>
              </a:spcBef>
              <a:spcAft>
                <a:spcPts val="0"/>
              </a:spcAft>
              <a:buSzPts val="1450"/>
              <a:buFont typeface="Arial"/>
              <a:buChar char="●"/>
            </a:pPr>
            <a:r>
              <a:rPr lang="en" sz="1450">
                <a:latin typeface="Arial"/>
                <a:ea typeface="Arial"/>
                <a:cs typeface="Arial"/>
                <a:sym typeface="Arial"/>
              </a:rPr>
              <a:t>Technician</a:t>
            </a:r>
            <a:endParaRPr sz="1450">
              <a:latin typeface="Arial"/>
              <a:ea typeface="Arial"/>
              <a:cs typeface="Arial"/>
              <a:sym typeface="Arial"/>
            </a:endParaRPr>
          </a:p>
          <a:p>
            <a:pPr marL="457200" lvl="0" indent="-320675" algn="l" rtl="0">
              <a:spcBef>
                <a:spcPts val="0"/>
              </a:spcBef>
              <a:spcAft>
                <a:spcPts val="0"/>
              </a:spcAft>
              <a:buSzPts val="1450"/>
              <a:buFont typeface="Arial"/>
              <a:buChar char="●"/>
            </a:pPr>
            <a:r>
              <a:rPr lang="en" sz="1450">
                <a:latin typeface="Arial"/>
                <a:ea typeface="Arial"/>
                <a:cs typeface="Arial"/>
                <a:sym typeface="Arial"/>
              </a:rPr>
              <a:t>Application Development &amp; Maintenance Team</a:t>
            </a:r>
            <a:endParaRPr sz="1450">
              <a:latin typeface="Arial"/>
              <a:ea typeface="Arial"/>
              <a:cs typeface="Arial"/>
              <a:sym typeface="Arial"/>
            </a:endParaRPr>
          </a:p>
          <a:p>
            <a:pPr marL="457200" lvl="0" indent="-320675" algn="l" rtl="0">
              <a:spcBef>
                <a:spcPts val="0"/>
              </a:spcBef>
              <a:spcAft>
                <a:spcPts val="0"/>
              </a:spcAft>
              <a:buSzPts val="1450"/>
              <a:buFont typeface="Arial"/>
              <a:buChar char="●"/>
            </a:pPr>
            <a:r>
              <a:rPr lang="en" sz="1450">
                <a:latin typeface="Arial"/>
                <a:ea typeface="Arial"/>
                <a:cs typeface="Arial"/>
                <a:sym typeface="Arial"/>
              </a:rPr>
              <a:t>Payment Service Providers</a:t>
            </a:r>
            <a:endParaRPr sz="1450">
              <a:latin typeface="Arial"/>
              <a:ea typeface="Arial"/>
              <a:cs typeface="Arial"/>
              <a:sym typeface="Arial"/>
            </a:endParaRPr>
          </a:p>
          <a:p>
            <a:pPr marL="457200" lvl="0" indent="-320675" algn="l" rtl="0">
              <a:spcBef>
                <a:spcPts val="0"/>
              </a:spcBef>
              <a:spcAft>
                <a:spcPts val="0"/>
              </a:spcAft>
              <a:buSzPts val="1450"/>
              <a:buFont typeface="Arial"/>
              <a:buChar char="●"/>
            </a:pPr>
            <a:r>
              <a:rPr lang="en" sz="1450">
                <a:latin typeface="Arial"/>
                <a:ea typeface="Arial"/>
                <a:cs typeface="Arial"/>
                <a:sym typeface="Arial"/>
              </a:rPr>
              <a:t>Location Prompt Participants</a:t>
            </a:r>
            <a:endParaRPr sz="1450">
              <a:latin typeface="Arial"/>
              <a:ea typeface="Arial"/>
              <a:cs typeface="Arial"/>
              <a:sym typeface="Arial"/>
            </a:endParaRPr>
          </a:p>
        </p:txBody>
      </p:sp>
      <p:sp>
        <p:nvSpPr>
          <p:cNvPr id="515" name="Google Shape;515;p60"/>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516" name="Google Shape;516;p60"/>
          <p:cNvSpPr txBox="1">
            <a:spLocks noGrp="1"/>
          </p:cNvSpPr>
          <p:nvPr>
            <p:ph type="title"/>
          </p:nvPr>
        </p:nvSpPr>
        <p:spPr>
          <a:xfrm>
            <a:off x="226450" y="1295978"/>
            <a:ext cx="4323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F3932"/>
                </a:solidFill>
              </a:rPr>
              <a:t>Stakeholders</a:t>
            </a:r>
            <a:endParaRPr sz="2600">
              <a:solidFill>
                <a:srgbClr val="FF393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61"/>
          <p:cNvSpPr txBox="1">
            <a:spLocks noGrp="1"/>
          </p:cNvSpPr>
          <p:nvPr>
            <p:ph type="subTitle" idx="1"/>
          </p:nvPr>
        </p:nvSpPr>
        <p:spPr>
          <a:xfrm>
            <a:off x="92350" y="1717475"/>
            <a:ext cx="8307900" cy="34815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Arial"/>
              <a:buAutoNum type="arabicPeriod"/>
            </a:pPr>
            <a:r>
              <a:rPr lang="en" sz="1400">
                <a:latin typeface="Arial"/>
                <a:ea typeface="Arial"/>
                <a:cs typeface="Arial"/>
                <a:sym typeface="Arial"/>
              </a:rPr>
              <a:t>Login systems.</a:t>
            </a:r>
            <a:endParaRPr sz="1400">
              <a:latin typeface="Arial"/>
              <a:ea typeface="Arial"/>
              <a:cs typeface="Arial"/>
              <a:sym typeface="Arial"/>
            </a:endParaRPr>
          </a:p>
          <a:p>
            <a:pPr marL="457200" lvl="0" indent="-317500" algn="l" rtl="0">
              <a:spcBef>
                <a:spcPts val="0"/>
              </a:spcBef>
              <a:spcAft>
                <a:spcPts val="0"/>
              </a:spcAft>
              <a:buSzPts val="1400"/>
              <a:buFont typeface="Arial"/>
              <a:buAutoNum type="arabicPeriod"/>
            </a:pPr>
            <a:r>
              <a:rPr lang="en" sz="1400">
                <a:latin typeface="Arial"/>
                <a:ea typeface="Arial"/>
                <a:cs typeface="Arial"/>
                <a:sym typeface="Arial"/>
              </a:rPr>
              <a:t>Profile management systems.</a:t>
            </a:r>
            <a:endParaRPr sz="1400">
              <a:latin typeface="Arial"/>
              <a:ea typeface="Arial"/>
              <a:cs typeface="Arial"/>
              <a:sym typeface="Arial"/>
            </a:endParaRPr>
          </a:p>
          <a:p>
            <a:pPr marL="457200" lvl="0" indent="-317500" algn="l" rtl="0">
              <a:spcBef>
                <a:spcPts val="0"/>
              </a:spcBef>
              <a:spcAft>
                <a:spcPts val="0"/>
              </a:spcAft>
              <a:buSzPts val="1400"/>
              <a:buFont typeface="Arial"/>
              <a:buAutoNum type="arabicPeriod"/>
            </a:pPr>
            <a:r>
              <a:rPr lang="en" sz="1400">
                <a:latin typeface="Arial"/>
                <a:ea typeface="Arial"/>
                <a:cs typeface="Arial"/>
                <a:sym typeface="Arial"/>
              </a:rPr>
              <a:t>Media systems.</a:t>
            </a:r>
            <a:endParaRPr sz="1400">
              <a:latin typeface="Arial"/>
              <a:ea typeface="Arial"/>
              <a:cs typeface="Arial"/>
              <a:sym typeface="Arial"/>
            </a:endParaRPr>
          </a:p>
          <a:p>
            <a:pPr marL="457200" lvl="0" indent="-317500" algn="l" rtl="0">
              <a:spcBef>
                <a:spcPts val="0"/>
              </a:spcBef>
              <a:spcAft>
                <a:spcPts val="0"/>
              </a:spcAft>
              <a:buSzPts val="1400"/>
              <a:buFont typeface="Arial"/>
              <a:buAutoNum type="arabicPeriod"/>
            </a:pPr>
            <a:r>
              <a:rPr lang="en" sz="1400">
                <a:latin typeface="Arial"/>
                <a:ea typeface="Arial"/>
                <a:cs typeface="Arial"/>
                <a:sym typeface="Arial"/>
              </a:rPr>
              <a:t>Location systems.</a:t>
            </a:r>
            <a:endParaRPr sz="1400">
              <a:latin typeface="Arial"/>
              <a:ea typeface="Arial"/>
              <a:cs typeface="Arial"/>
              <a:sym typeface="Arial"/>
            </a:endParaRPr>
          </a:p>
          <a:p>
            <a:pPr marL="457200" lvl="0" indent="-317500" algn="l" rtl="0">
              <a:spcBef>
                <a:spcPts val="0"/>
              </a:spcBef>
              <a:spcAft>
                <a:spcPts val="0"/>
              </a:spcAft>
              <a:buSzPts val="1400"/>
              <a:buFont typeface="Arial"/>
              <a:buAutoNum type="arabicPeriod"/>
            </a:pPr>
            <a:r>
              <a:rPr lang="en" sz="1400">
                <a:latin typeface="Arial"/>
                <a:ea typeface="Arial"/>
                <a:cs typeface="Arial"/>
                <a:sym typeface="Arial"/>
              </a:rPr>
              <a:t>Chatting systems.</a:t>
            </a:r>
            <a:endParaRPr sz="1400">
              <a:latin typeface="Arial"/>
              <a:ea typeface="Arial"/>
              <a:cs typeface="Arial"/>
              <a:sym typeface="Arial"/>
            </a:endParaRPr>
          </a:p>
          <a:p>
            <a:pPr marL="457200" lvl="0" indent="-317500" algn="l" rtl="0">
              <a:spcBef>
                <a:spcPts val="0"/>
              </a:spcBef>
              <a:spcAft>
                <a:spcPts val="0"/>
              </a:spcAft>
              <a:buSzPts val="1400"/>
              <a:buFont typeface="Arial"/>
              <a:buAutoNum type="arabicPeriod"/>
            </a:pPr>
            <a:r>
              <a:rPr lang="en" sz="1400">
                <a:latin typeface="Arial"/>
                <a:ea typeface="Arial"/>
                <a:cs typeface="Arial"/>
                <a:sym typeface="Arial"/>
              </a:rPr>
              <a:t>Payment systems.</a:t>
            </a:r>
            <a:endParaRPr sz="1400">
              <a:latin typeface="Arial"/>
              <a:ea typeface="Arial"/>
              <a:cs typeface="Arial"/>
              <a:sym typeface="Arial"/>
            </a:endParaRPr>
          </a:p>
          <a:p>
            <a:pPr marL="457200" lvl="0" indent="-317500" algn="l" rtl="0">
              <a:spcBef>
                <a:spcPts val="0"/>
              </a:spcBef>
              <a:spcAft>
                <a:spcPts val="0"/>
              </a:spcAft>
              <a:buSzPts val="1400"/>
              <a:buFont typeface="Arial"/>
              <a:buAutoNum type="arabicPeriod"/>
            </a:pPr>
            <a:r>
              <a:rPr lang="en" sz="1400">
                <a:latin typeface="Arial"/>
                <a:ea typeface="Arial"/>
                <a:cs typeface="Arial"/>
                <a:sym typeface="Arial"/>
              </a:rPr>
              <a:t>Rate and review systems.</a:t>
            </a:r>
            <a:endParaRPr sz="1400">
              <a:latin typeface="Arial"/>
              <a:ea typeface="Arial"/>
              <a:cs typeface="Arial"/>
              <a:sym typeface="Arial"/>
            </a:endParaRPr>
          </a:p>
        </p:txBody>
      </p:sp>
      <p:sp>
        <p:nvSpPr>
          <p:cNvPr id="522" name="Google Shape;522;p61"/>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523" name="Google Shape;523;p61"/>
          <p:cNvSpPr txBox="1">
            <a:spLocks noGrp="1"/>
          </p:cNvSpPr>
          <p:nvPr>
            <p:ph type="title"/>
          </p:nvPr>
        </p:nvSpPr>
        <p:spPr>
          <a:xfrm>
            <a:off x="459600" y="1207200"/>
            <a:ext cx="49404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solidFill>
                  <a:srgbClr val="FF3932"/>
                </a:solidFill>
              </a:rPr>
              <a:t>System specification</a:t>
            </a:r>
            <a:endParaRPr sz="2500">
              <a:solidFill>
                <a:srgbClr val="FF393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62"/>
          <p:cNvSpPr txBox="1">
            <a:spLocks noGrp="1"/>
          </p:cNvSpPr>
          <p:nvPr>
            <p:ph type="subTitle" idx="1"/>
          </p:nvPr>
        </p:nvSpPr>
        <p:spPr>
          <a:xfrm>
            <a:off x="92350" y="1793675"/>
            <a:ext cx="8584800" cy="34815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Arial"/>
              <a:buChar char="●"/>
            </a:pPr>
            <a:r>
              <a:rPr lang="en" sz="1400">
                <a:latin typeface="Arial"/>
                <a:ea typeface="Arial"/>
                <a:cs typeface="Arial"/>
                <a:sym typeface="Arial"/>
              </a:rPr>
              <a:t>Individuals can register by providing basic information such as name, contact details, and location.</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 Technicians register as service providers and must submit proof of their skill qualifications/experience.</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Technicians can showcase their past work, customer testimonials, and ratings within their profiles.</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Clients can describe their issue, upload images or videos, and submit this information to the platform.</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All registered engineers within the client’s area automatically receive the submitted problems.</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Technicians provide an estimated cost and timeframe* for solving the problem based on the client’s description and multimedia content.</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Clients can review all estimates and select the technician based on the best offer.</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Clients can rate and review technicians after service completion.</a:t>
            </a:r>
            <a:endParaRPr sz="1400">
              <a:latin typeface="Arial"/>
              <a:ea typeface="Arial"/>
              <a:cs typeface="Arial"/>
              <a:sym typeface="Arial"/>
            </a:endParaRPr>
          </a:p>
          <a:p>
            <a:pPr marL="457200" lvl="0" indent="0" algn="l" rtl="0">
              <a:spcBef>
                <a:spcPts val="1200"/>
              </a:spcBef>
              <a:spcAft>
                <a:spcPts val="1200"/>
              </a:spcAft>
              <a:buNone/>
            </a:pPr>
            <a:endParaRPr sz="1400">
              <a:latin typeface="Arial"/>
              <a:ea typeface="Arial"/>
              <a:cs typeface="Arial"/>
              <a:sym typeface="Arial"/>
            </a:endParaRPr>
          </a:p>
        </p:txBody>
      </p:sp>
      <p:sp>
        <p:nvSpPr>
          <p:cNvPr id="529" name="Google Shape;529;p62"/>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530" name="Google Shape;530;p62"/>
          <p:cNvSpPr txBox="1">
            <a:spLocks noGrp="1"/>
          </p:cNvSpPr>
          <p:nvPr>
            <p:ph type="title"/>
          </p:nvPr>
        </p:nvSpPr>
        <p:spPr>
          <a:xfrm>
            <a:off x="455050" y="1219778"/>
            <a:ext cx="4323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solidFill>
                  <a:srgbClr val="FF3932"/>
                </a:solidFill>
              </a:rPr>
              <a:t>Functional requirements:</a:t>
            </a:r>
            <a:endParaRPr sz="2500">
              <a:solidFill>
                <a:srgbClr val="FF393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63"/>
          <p:cNvSpPr txBox="1">
            <a:spLocks noGrp="1"/>
          </p:cNvSpPr>
          <p:nvPr>
            <p:ph type="subTitle" idx="1"/>
          </p:nvPr>
        </p:nvSpPr>
        <p:spPr>
          <a:xfrm>
            <a:off x="92350" y="1717475"/>
            <a:ext cx="8307900" cy="34815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Arial"/>
              <a:buChar char="●"/>
            </a:pPr>
            <a:r>
              <a:rPr lang="en" sz="1400">
                <a:solidFill>
                  <a:schemeClr val="dk1"/>
                </a:solidFill>
                <a:latin typeface="Arial"/>
                <a:ea typeface="Arial"/>
                <a:cs typeface="Arial"/>
                <a:sym typeface="Arial"/>
              </a:rPr>
              <a:t>The system should handle a large number of registered users and submitted problems.</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The platform ensures data privacy and security for all clients.</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Secure online payment and digital invoicing are available.</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A secure messaging system allows clients and engineers to discuss details effectively.</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The platform must be available and responsive when clients and technicians interact.</a:t>
            </a: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 sz="1400">
                <a:latin typeface="Arial"/>
                <a:ea typeface="Arial"/>
                <a:cs typeface="Arial"/>
                <a:sym typeface="Arial"/>
              </a:rPr>
              <a:t>Platform improvements should be possible without disrupting existing functionality.</a:t>
            </a:r>
            <a:endParaRPr sz="1400">
              <a:latin typeface="Arial"/>
              <a:ea typeface="Arial"/>
              <a:cs typeface="Arial"/>
              <a:sym typeface="Arial"/>
            </a:endParaRPr>
          </a:p>
        </p:txBody>
      </p:sp>
      <p:sp>
        <p:nvSpPr>
          <p:cNvPr id="536" name="Google Shape;536;p63"/>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537" name="Google Shape;537;p63"/>
          <p:cNvSpPr txBox="1">
            <a:spLocks noGrp="1"/>
          </p:cNvSpPr>
          <p:nvPr>
            <p:ph type="title"/>
          </p:nvPr>
        </p:nvSpPr>
        <p:spPr>
          <a:xfrm>
            <a:off x="459600" y="1207200"/>
            <a:ext cx="49404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solidFill>
                  <a:srgbClr val="FF3932"/>
                </a:solidFill>
              </a:rPr>
              <a:t>Non-functional requirements:</a:t>
            </a:r>
            <a:endParaRPr sz="2500">
              <a:solidFill>
                <a:srgbClr val="FF393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64"/>
          <p:cNvSpPr txBox="1">
            <a:spLocks noGrp="1"/>
          </p:cNvSpPr>
          <p:nvPr>
            <p:ph type="title"/>
          </p:nvPr>
        </p:nvSpPr>
        <p:spPr>
          <a:xfrm>
            <a:off x="210050" y="1167041"/>
            <a:ext cx="4323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F3932"/>
                </a:solidFill>
              </a:rPr>
              <a:t>Used technologies</a:t>
            </a:r>
            <a:endParaRPr sz="2600">
              <a:solidFill>
                <a:srgbClr val="FF3932"/>
              </a:solidFill>
            </a:endParaRPr>
          </a:p>
        </p:txBody>
      </p:sp>
      <p:sp>
        <p:nvSpPr>
          <p:cNvPr id="543" name="Google Shape;543;p64"/>
          <p:cNvSpPr txBox="1">
            <a:spLocks noGrp="1"/>
          </p:cNvSpPr>
          <p:nvPr>
            <p:ph type="subTitle" idx="4294967295"/>
          </p:nvPr>
        </p:nvSpPr>
        <p:spPr>
          <a:xfrm>
            <a:off x="265050" y="1283750"/>
            <a:ext cx="8307900" cy="323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400">
              <a:solidFill>
                <a:schemeClr val="dk1"/>
              </a:solidFill>
              <a:latin typeface="Arial"/>
              <a:ea typeface="Arial"/>
              <a:cs typeface="Arial"/>
              <a:sym typeface="Arial"/>
            </a:endParaRPr>
          </a:p>
          <a:p>
            <a:pPr marL="273050" lvl="0" indent="0" algn="l" rtl="0">
              <a:spcBef>
                <a:spcPts val="1200"/>
              </a:spcBef>
              <a:spcAft>
                <a:spcPts val="0"/>
              </a:spcAft>
              <a:buNone/>
            </a:pPr>
            <a:r>
              <a:rPr lang="en" sz="1400">
                <a:solidFill>
                  <a:schemeClr val="dk1"/>
                </a:solidFill>
                <a:latin typeface="Roboto"/>
                <a:ea typeface="Roboto"/>
                <a:cs typeface="Roboto"/>
                <a:sym typeface="Roboto"/>
              </a:rPr>
              <a:t>Programming Languages and Frameworks: </a:t>
            </a:r>
            <a:endParaRPr sz="1400">
              <a:solidFill>
                <a:schemeClr val="dk1"/>
              </a:solidFill>
              <a:latin typeface="Roboto"/>
              <a:ea typeface="Roboto"/>
              <a:cs typeface="Roboto"/>
              <a:sym typeface="Roboto"/>
            </a:endParaRPr>
          </a:p>
          <a:p>
            <a:pPr marL="914400" lvl="1"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Frontend Development: Flutter </a:t>
            </a:r>
            <a:endParaRPr>
              <a:solidFill>
                <a:schemeClr val="dk1"/>
              </a:solidFill>
              <a:latin typeface="Roboto"/>
              <a:ea typeface="Roboto"/>
              <a:cs typeface="Roboto"/>
              <a:sym typeface="Roboto"/>
            </a:endParaRPr>
          </a:p>
          <a:p>
            <a:pPr marL="914400" lvl="1"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Backend Development: Node.js with Express.js</a:t>
            </a:r>
            <a:endParaRPr>
              <a:solidFill>
                <a:schemeClr val="dk1"/>
              </a:solidFill>
              <a:latin typeface="Roboto"/>
              <a:ea typeface="Roboto"/>
              <a:cs typeface="Roboto"/>
              <a:sym typeface="Roboto"/>
            </a:endParaRPr>
          </a:p>
          <a:p>
            <a:pPr marL="273050" lvl="1" indent="-98425" algn="l" rtl="0">
              <a:spcBef>
                <a:spcPts val="0"/>
              </a:spcBef>
              <a:spcAft>
                <a:spcPts val="0"/>
              </a:spcAft>
              <a:buNone/>
            </a:pPr>
            <a:r>
              <a:rPr lang="en">
                <a:solidFill>
                  <a:schemeClr val="dk1"/>
                </a:solidFill>
                <a:latin typeface="Roboto"/>
                <a:ea typeface="Roboto"/>
                <a:cs typeface="Roboto"/>
                <a:sym typeface="Roboto"/>
              </a:rPr>
              <a:t>	Database Management:</a:t>
            </a:r>
            <a:endParaRPr>
              <a:solidFill>
                <a:schemeClr val="dk1"/>
              </a:solidFill>
              <a:latin typeface="Roboto"/>
              <a:ea typeface="Roboto"/>
              <a:cs typeface="Roboto"/>
              <a:sym typeface="Roboto"/>
            </a:endParaRPr>
          </a:p>
          <a:p>
            <a:pPr marL="914400" lvl="1"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MySQL</a:t>
            </a:r>
            <a:endParaRPr>
              <a:solidFill>
                <a:schemeClr val="dk1"/>
              </a:solidFill>
              <a:latin typeface="Roboto"/>
              <a:ea typeface="Roboto"/>
              <a:cs typeface="Roboto"/>
              <a:sym typeface="Roboto"/>
            </a:endParaRPr>
          </a:p>
          <a:p>
            <a:pPr marL="457200" lvl="0" indent="-228600" algn="l" rtl="0">
              <a:spcBef>
                <a:spcPts val="0"/>
              </a:spcBef>
              <a:spcAft>
                <a:spcPts val="0"/>
              </a:spcAft>
              <a:buNone/>
            </a:pPr>
            <a:r>
              <a:rPr lang="en" sz="1400">
                <a:solidFill>
                  <a:schemeClr val="dk1"/>
                </a:solidFill>
                <a:latin typeface="Roboto"/>
                <a:ea typeface="Roboto"/>
                <a:cs typeface="Roboto"/>
                <a:sym typeface="Roboto"/>
              </a:rPr>
              <a:t>Payment Integrations:</a:t>
            </a:r>
            <a:endParaRPr sz="1400">
              <a:solidFill>
                <a:schemeClr val="dk1"/>
              </a:solidFill>
              <a:latin typeface="Roboto"/>
              <a:ea typeface="Roboto"/>
              <a:cs typeface="Roboto"/>
              <a:sym typeface="Roboto"/>
            </a:endParaRPr>
          </a:p>
          <a:p>
            <a:pPr marL="914400" lvl="1"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Bank APIs </a:t>
            </a:r>
            <a:endParaRPr>
              <a:solidFill>
                <a:schemeClr val="dk1"/>
              </a:solidFill>
              <a:latin typeface="Roboto"/>
              <a:ea typeface="Roboto"/>
              <a:cs typeface="Roboto"/>
              <a:sym typeface="Roboto"/>
            </a:endParaRPr>
          </a:p>
          <a:p>
            <a:pPr marL="457200" lvl="0" indent="-228600" algn="l" rtl="0">
              <a:spcBef>
                <a:spcPts val="0"/>
              </a:spcBef>
              <a:spcAft>
                <a:spcPts val="0"/>
              </a:spcAft>
              <a:buNone/>
            </a:pPr>
            <a:r>
              <a:rPr lang="en" sz="1400">
                <a:solidFill>
                  <a:schemeClr val="dk1"/>
                </a:solidFill>
                <a:latin typeface="Roboto"/>
                <a:ea typeface="Roboto"/>
                <a:cs typeface="Roboto"/>
                <a:sym typeface="Roboto"/>
              </a:rPr>
              <a:t>Security &amp; Authentication:</a:t>
            </a:r>
            <a:endParaRPr sz="1400">
              <a:solidFill>
                <a:schemeClr val="dk1"/>
              </a:solidFill>
              <a:latin typeface="Roboto"/>
              <a:ea typeface="Roboto"/>
              <a:cs typeface="Roboto"/>
              <a:sym typeface="Roboto"/>
            </a:endParaRPr>
          </a:p>
          <a:p>
            <a:pPr marL="914400" lvl="1"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HTTPS, SSL/TLS security protocols.</a:t>
            </a:r>
            <a:endParaRPr>
              <a:solidFill>
                <a:schemeClr val="dk1"/>
              </a:solidFill>
              <a:latin typeface="Roboto"/>
              <a:ea typeface="Roboto"/>
              <a:cs typeface="Roboto"/>
              <a:sym typeface="Roboto"/>
            </a:endParaRPr>
          </a:p>
          <a:p>
            <a:pPr marL="457200" lvl="0" indent="-228600" algn="l" rtl="0">
              <a:spcBef>
                <a:spcPts val="0"/>
              </a:spcBef>
              <a:spcAft>
                <a:spcPts val="0"/>
              </a:spcAft>
              <a:buNone/>
            </a:pPr>
            <a:r>
              <a:rPr lang="en" sz="1400">
                <a:solidFill>
                  <a:schemeClr val="dk1"/>
                </a:solidFill>
                <a:latin typeface="Roboto"/>
                <a:ea typeface="Roboto"/>
                <a:cs typeface="Roboto"/>
                <a:sym typeface="Roboto"/>
              </a:rPr>
              <a:t>Testing Tools:</a:t>
            </a:r>
            <a:endParaRPr sz="1400">
              <a:solidFill>
                <a:schemeClr val="dk1"/>
              </a:solidFill>
              <a:latin typeface="Roboto"/>
              <a:ea typeface="Roboto"/>
              <a:cs typeface="Roboto"/>
              <a:sym typeface="Roboto"/>
            </a:endParaRPr>
          </a:p>
          <a:p>
            <a:pPr marL="914400" lvl="1"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 Jest, Detox.</a:t>
            </a:r>
            <a:endParaRPr>
              <a:solidFill>
                <a:schemeClr val="dk1"/>
              </a:solidFill>
              <a:latin typeface="Arial"/>
              <a:ea typeface="Arial"/>
              <a:cs typeface="Arial"/>
              <a:sym typeface="Arial"/>
            </a:endParaRPr>
          </a:p>
        </p:txBody>
      </p:sp>
      <p:sp>
        <p:nvSpPr>
          <p:cNvPr id="544" name="Google Shape;544;p64"/>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pic>
        <p:nvPicPr>
          <p:cNvPr id="549" name="Google Shape;549;p65"/>
          <p:cNvPicPr preferRelativeResize="0"/>
          <p:nvPr/>
        </p:nvPicPr>
        <p:blipFill rotWithShape="1">
          <a:blip r:embed="rId3">
            <a:alphaModFix/>
          </a:blip>
          <a:srcRect l="16899" r="16906"/>
          <a:stretch/>
        </p:blipFill>
        <p:spPr>
          <a:xfrm>
            <a:off x="6348875" y="1289750"/>
            <a:ext cx="2357100" cy="2373300"/>
          </a:xfrm>
          <a:prstGeom prst="rect">
            <a:avLst/>
          </a:prstGeom>
          <a:noFill/>
          <a:ln w="28575" cap="flat" cmpd="sng">
            <a:solidFill>
              <a:schemeClr val="accent1"/>
            </a:solidFill>
            <a:prstDash val="solid"/>
            <a:round/>
            <a:headEnd type="none" w="sm" len="sm"/>
            <a:tailEnd type="none" w="sm" len="sm"/>
          </a:ln>
        </p:spPr>
      </p:pic>
      <p:sp>
        <p:nvSpPr>
          <p:cNvPr id="550" name="Google Shape;550;p65"/>
          <p:cNvSpPr txBox="1"/>
          <p:nvPr/>
        </p:nvSpPr>
        <p:spPr>
          <a:xfrm>
            <a:off x="304800" y="1132650"/>
            <a:ext cx="6439500" cy="355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dk1"/>
                </a:solidFill>
              </a:rPr>
              <a:t>Task: </a:t>
            </a:r>
            <a:r>
              <a:rPr lang="en" sz="1200">
                <a:solidFill>
                  <a:schemeClr val="dk1"/>
                </a:solidFill>
              </a:rPr>
              <a:t>Find a key changer. </a:t>
            </a:r>
            <a:endParaRPr sz="1200">
              <a:solidFill>
                <a:schemeClr val="dk1"/>
              </a:solidFill>
            </a:endParaRPr>
          </a:p>
          <a:p>
            <a:pPr marL="0" lvl="0" indent="0" algn="l" rtl="0">
              <a:lnSpc>
                <a:spcPct val="115000"/>
              </a:lnSpc>
              <a:spcBef>
                <a:spcPts val="0"/>
              </a:spcBef>
              <a:spcAft>
                <a:spcPts val="0"/>
              </a:spcAft>
              <a:buNone/>
            </a:pPr>
            <a:r>
              <a:rPr lang="en" sz="1200" b="1">
                <a:solidFill>
                  <a:schemeClr val="dk1"/>
                </a:solidFill>
              </a:rPr>
              <a:t>Simulation: </a:t>
            </a:r>
            <a:r>
              <a:rPr lang="en" sz="1200">
                <a:solidFill>
                  <a:schemeClr val="dk1"/>
                </a:solidFill>
              </a:rPr>
              <a:t>Ali is a homeowner living in Ankara. He forgot his home keys inside, </a:t>
            </a: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and he wanted his door key to be changed.</a:t>
            </a:r>
            <a:endParaRPr sz="1200">
              <a:solidFill>
                <a:schemeClr val="dk1"/>
              </a:solidFill>
            </a:endParaRPr>
          </a:p>
          <a:p>
            <a:pPr marL="0" lvl="0" indent="0" algn="l" rtl="0">
              <a:lnSpc>
                <a:spcPct val="115000"/>
              </a:lnSpc>
              <a:spcBef>
                <a:spcPts val="0"/>
              </a:spcBef>
              <a:spcAft>
                <a:spcPts val="0"/>
              </a:spcAft>
              <a:buNone/>
            </a:pPr>
            <a:r>
              <a:rPr lang="en" sz="1200" b="1">
                <a:solidFill>
                  <a:schemeClr val="dk1"/>
                </a:solidFill>
              </a:rPr>
              <a:t>Actions:</a:t>
            </a:r>
            <a:endParaRPr sz="1200" b="1">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Ali visits the E-technician app and registers as client hiring service providers. </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He will choose “publish an offer”.</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Then he will choose that he is looking for a key changer,in Kecioren, Ankara.</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He will put a photo/video of the door key.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Under the graphic he will write a description about the problem.</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Lastly he will fill the time he needs the provider and the budget he is planned for.</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He will publish and wait till he gets detailed requests form the service providers.</a:t>
            </a:r>
            <a:endParaRPr sz="1200">
              <a:solidFill>
                <a:schemeClr val="dk1"/>
              </a:solidFill>
            </a:endParaRPr>
          </a:p>
          <a:p>
            <a:pPr marL="0" lvl="0" indent="0" algn="l" rtl="0">
              <a:lnSpc>
                <a:spcPct val="115000"/>
              </a:lnSpc>
              <a:spcBef>
                <a:spcPts val="0"/>
              </a:spcBef>
              <a:spcAft>
                <a:spcPts val="0"/>
              </a:spcAft>
              <a:buNone/>
            </a:pPr>
            <a:r>
              <a:rPr lang="en" sz="1200" b="1">
                <a:solidFill>
                  <a:schemeClr val="dk1"/>
                </a:solidFill>
              </a:rPr>
              <a:t>Result:</a:t>
            </a:r>
            <a:endParaRPr sz="1200" b="1">
              <a:solidFill>
                <a:schemeClr val="dk1"/>
              </a:solidFill>
            </a:endParaRPr>
          </a:p>
          <a:p>
            <a:pPr marL="0" lvl="0" indent="0" algn="l" rtl="0">
              <a:lnSpc>
                <a:spcPct val="115000"/>
              </a:lnSpc>
              <a:spcBef>
                <a:spcPts val="0"/>
              </a:spcBef>
              <a:spcAft>
                <a:spcPts val="0"/>
              </a:spcAft>
              <a:buNone/>
            </a:pPr>
            <a:r>
              <a:rPr lang="en" sz="1200">
                <a:solidFill>
                  <a:schemeClr val="dk1"/>
                </a:solidFill>
              </a:rPr>
              <a:t>Ali will choose one of the requests he got and he can chat him privately if he want to talk with the service provider any extra info, rather than that he will accept the voicemail that the technician sent to him and he will pay, Ali will approved when the technician gots the work done and by that ali got his door key changed with finger taps.</a:t>
            </a:r>
            <a:endParaRPr/>
          </a:p>
        </p:txBody>
      </p:sp>
      <p:sp>
        <p:nvSpPr>
          <p:cNvPr id="551" name="Google Shape;551;p65"/>
          <p:cNvSpPr txBox="1"/>
          <p:nvPr/>
        </p:nvSpPr>
        <p:spPr>
          <a:xfrm>
            <a:off x="304800" y="762000"/>
            <a:ext cx="30000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900" b="1">
                <a:solidFill>
                  <a:srgbClr val="FF3932"/>
                </a:solidFill>
              </a:rPr>
              <a:t>Sample User Story 1</a:t>
            </a:r>
            <a:endParaRPr sz="1900" b="1">
              <a:solidFill>
                <a:srgbClr val="FF3932"/>
              </a:solidFill>
            </a:endParaRPr>
          </a:p>
        </p:txBody>
      </p:sp>
      <p:sp>
        <p:nvSpPr>
          <p:cNvPr id="552" name="Google Shape;552;p65"/>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nodeType="clickEffect">
                                  <p:stCondLst>
                                    <p:cond delay="0"/>
                                  </p:stCondLst>
                                  <p:childTnLst>
                                    <p:anim calcmode="lin" valueType="num">
                                      <p:cBhvr additive="base">
                                        <p:cTn id="6" dur="800"/>
                                        <p:tgtEl>
                                          <p:spTgt spid="549"/>
                                        </p:tgtEl>
                                        <p:attrNameLst>
                                          <p:attrName>ppt_x</p:attrName>
                                        </p:attrNameLst>
                                      </p:cBhvr>
                                      <p:tavLst>
                                        <p:tav tm="0">
                                          <p:val>
                                            <p:strVal val="#ppt_x"/>
                                          </p:val>
                                        </p:tav>
                                        <p:tav tm="100000">
                                          <p:val>
                                            <p:strVal val="#ppt_x-1"/>
                                          </p:val>
                                        </p:tav>
                                      </p:tavLst>
                                    </p:anim>
                                    <p:set>
                                      <p:cBhvr>
                                        <p:cTn id="7" dur="1" fill="hold">
                                          <p:stCondLst>
                                            <p:cond delay="800"/>
                                          </p:stCondLst>
                                        </p:cTn>
                                        <p:tgtEl>
                                          <p:spTgt spid="549"/>
                                        </p:tgtEl>
                                        <p:attrNameLst>
                                          <p:attrName>style.visibility</p:attrName>
                                        </p:attrNameLst>
                                      </p:cBhvr>
                                      <p:to>
                                        <p:strVal val="hidden"/>
                                      </p:to>
                                    </p:set>
                                  </p:childTnLst>
                                </p:cTn>
                              </p:par>
                              <p:par>
                                <p:cTn id="8" presetID="2" presetClass="exit" presetSubtype="2" fill="hold" nodeType="withEffect">
                                  <p:stCondLst>
                                    <p:cond delay="0"/>
                                  </p:stCondLst>
                                  <p:childTnLst>
                                    <p:anim calcmode="lin" valueType="num">
                                      <p:cBhvr additive="base">
                                        <p:cTn id="9" dur="1000"/>
                                        <p:tgtEl>
                                          <p:spTgt spid="550"/>
                                        </p:tgtEl>
                                        <p:attrNameLst>
                                          <p:attrName>ppt_x</p:attrName>
                                        </p:attrNameLst>
                                      </p:cBhvr>
                                      <p:tavLst>
                                        <p:tav tm="0">
                                          <p:val>
                                            <p:strVal val="#ppt_x"/>
                                          </p:val>
                                        </p:tav>
                                        <p:tav tm="100000">
                                          <p:val>
                                            <p:strVal val="#ppt_x+1"/>
                                          </p:val>
                                        </p:tav>
                                      </p:tavLst>
                                    </p:anim>
                                    <p:set>
                                      <p:cBhvr>
                                        <p:cTn id="10" dur="1" fill="hold">
                                          <p:stCondLst>
                                            <p:cond delay="1000"/>
                                          </p:stCondLst>
                                        </p:cTn>
                                        <p:tgtEl>
                                          <p:spTgt spid="550"/>
                                        </p:tgtEl>
                                        <p:attrNameLst>
                                          <p:attrName>style.visibility</p:attrName>
                                        </p:attrNameLst>
                                      </p:cBhvr>
                                      <p:to>
                                        <p:strVal val="hidden"/>
                                      </p:to>
                                    </p:set>
                                  </p:childTnLst>
                                </p:cTn>
                              </p:par>
                              <p:par>
                                <p:cTn id="11" presetID="2" presetClass="exit" presetSubtype="2" fill="hold" nodeType="withEffect">
                                  <p:stCondLst>
                                    <p:cond delay="0"/>
                                  </p:stCondLst>
                                  <p:childTnLst>
                                    <p:anim calcmode="lin" valueType="num">
                                      <p:cBhvr additive="base">
                                        <p:cTn id="12" dur="1000"/>
                                        <p:tgtEl>
                                          <p:spTgt spid="551"/>
                                        </p:tgtEl>
                                        <p:attrNameLst>
                                          <p:attrName>ppt_x</p:attrName>
                                        </p:attrNameLst>
                                      </p:cBhvr>
                                      <p:tavLst>
                                        <p:tav tm="0">
                                          <p:val>
                                            <p:strVal val="#ppt_x"/>
                                          </p:val>
                                        </p:tav>
                                        <p:tav tm="100000">
                                          <p:val>
                                            <p:strVal val="#ppt_x+1"/>
                                          </p:val>
                                        </p:tav>
                                      </p:tavLst>
                                    </p:anim>
                                    <p:set>
                                      <p:cBhvr>
                                        <p:cTn id="13" dur="1" fill="hold">
                                          <p:stCondLst>
                                            <p:cond delay="1000"/>
                                          </p:stCondLst>
                                        </p:cTn>
                                        <p:tgtEl>
                                          <p:spTgt spid="5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6"/>
          <p:cNvSpPr txBox="1"/>
          <p:nvPr/>
        </p:nvSpPr>
        <p:spPr>
          <a:xfrm>
            <a:off x="3048000" y="1219200"/>
            <a:ext cx="5508600" cy="355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dk1"/>
                </a:solidFill>
              </a:rPr>
              <a:t>Task: </a:t>
            </a:r>
            <a:r>
              <a:rPr lang="en" sz="1200">
                <a:solidFill>
                  <a:schemeClr val="dk1"/>
                </a:solidFill>
              </a:rPr>
              <a:t>Find a client to provide a service. </a:t>
            </a:r>
            <a:endParaRPr sz="1200">
              <a:solidFill>
                <a:schemeClr val="dk1"/>
              </a:solidFill>
            </a:endParaRPr>
          </a:p>
          <a:p>
            <a:pPr marL="0" lvl="0" indent="0" algn="l" rtl="0">
              <a:lnSpc>
                <a:spcPct val="115000"/>
              </a:lnSpc>
              <a:spcBef>
                <a:spcPts val="0"/>
              </a:spcBef>
              <a:spcAft>
                <a:spcPts val="0"/>
              </a:spcAft>
              <a:buNone/>
            </a:pPr>
            <a:r>
              <a:rPr lang="en" sz="1200" b="1">
                <a:solidFill>
                  <a:schemeClr val="dk1"/>
                </a:solidFill>
              </a:rPr>
              <a:t>Simulation: </a:t>
            </a:r>
            <a:r>
              <a:rPr lang="en" sz="1200">
                <a:solidFill>
                  <a:schemeClr val="dk1"/>
                </a:solidFill>
              </a:rPr>
              <a:t>Ahmet is a door key changer, works in Kecioren, Ankara.</a:t>
            </a:r>
            <a:endParaRPr sz="1200">
              <a:solidFill>
                <a:schemeClr val="dk1"/>
              </a:solidFill>
            </a:endParaRPr>
          </a:p>
          <a:p>
            <a:pPr marL="0" lvl="0" indent="0" algn="l" rtl="0">
              <a:lnSpc>
                <a:spcPct val="115000"/>
              </a:lnSpc>
              <a:spcBef>
                <a:spcPts val="0"/>
              </a:spcBef>
              <a:spcAft>
                <a:spcPts val="0"/>
              </a:spcAft>
              <a:buNone/>
            </a:pPr>
            <a:r>
              <a:rPr lang="en" sz="1200" b="1">
                <a:solidFill>
                  <a:schemeClr val="dk1"/>
                </a:solidFill>
              </a:rPr>
              <a:t>Actions:</a:t>
            </a:r>
            <a:endParaRPr sz="1200" b="1">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Ahmet will visits the E-technician app and registers as Technicians. </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He will fill his registration.</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Then when an offer of key changing contract publishes in his area he will get notification.</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He will check the offers and when he finds a suitable one for him he will send request of how much he will work for and how long it will take him to finish .</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When he gets approve from the client he will send a voicemail of their contract.</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He will get paid after the client approves the finish of the work.</a:t>
            </a:r>
            <a:endParaRPr sz="1200">
              <a:solidFill>
                <a:schemeClr val="dk1"/>
              </a:solidFill>
            </a:endParaRPr>
          </a:p>
          <a:p>
            <a:pPr marL="0" lvl="0" indent="0" algn="l" rtl="0">
              <a:lnSpc>
                <a:spcPct val="115000"/>
              </a:lnSpc>
              <a:spcBef>
                <a:spcPts val="0"/>
              </a:spcBef>
              <a:spcAft>
                <a:spcPts val="0"/>
              </a:spcAft>
              <a:buNone/>
            </a:pPr>
            <a:r>
              <a:rPr lang="en" sz="1200" b="1">
                <a:solidFill>
                  <a:schemeClr val="dk1"/>
                </a:solidFill>
              </a:rPr>
              <a:t>Result:</a:t>
            </a:r>
            <a:endParaRPr sz="1200" b="1">
              <a:solidFill>
                <a:schemeClr val="dk1"/>
              </a:solidFill>
            </a:endParaRPr>
          </a:p>
          <a:p>
            <a:pPr marL="0" lvl="0" indent="0" algn="l" rtl="0">
              <a:lnSpc>
                <a:spcPct val="115000"/>
              </a:lnSpc>
              <a:spcBef>
                <a:spcPts val="0"/>
              </a:spcBef>
              <a:spcAft>
                <a:spcPts val="0"/>
              </a:spcAft>
              <a:buNone/>
            </a:pPr>
            <a:r>
              <a:rPr lang="en" sz="1200">
                <a:solidFill>
                  <a:schemeClr val="dk1"/>
                </a:solidFill>
              </a:rPr>
              <a:t>Ali successfully found client and settled an contract easy and fast, for the end of the day he got paid.</a:t>
            </a:r>
            <a:endParaRPr sz="1200">
              <a:solidFill>
                <a:schemeClr val="dk1"/>
              </a:solidFill>
            </a:endParaRPr>
          </a:p>
        </p:txBody>
      </p:sp>
      <p:sp>
        <p:nvSpPr>
          <p:cNvPr id="558" name="Google Shape;558;p66"/>
          <p:cNvSpPr txBox="1"/>
          <p:nvPr/>
        </p:nvSpPr>
        <p:spPr>
          <a:xfrm>
            <a:off x="3048000" y="862950"/>
            <a:ext cx="30000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900" b="1">
                <a:solidFill>
                  <a:srgbClr val="FF3932"/>
                </a:solidFill>
              </a:rPr>
              <a:t>Sample User Story 2</a:t>
            </a:r>
            <a:endParaRPr sz="1100"/>
          </a:p>
        </p:txBody>
      </p:sp>
      <p:sp>
        <p:nvSpPr>
          <p:cNvPr id="559" name="Google Shape;559;p66"/>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pic>
        <p:nvPicPr>
          <p:cNvPr id="560" name="Google Shape;560;p66"/>
          <p:cNvPicPr preferRelativeResize="0"/>
          <p:nvPr/>
        </p:nvPicPr>
        <p:blipFill rotWithShape="1">
          <a:blip r:embed="rId3">
            <a:alphaModFix/>
          </a:blip>
          <a:srcRect l="-12822" r="-5900" b="14842"/>
          <a:stretch/>
        </p:blipFill>
        <p:spPr>
          <a:xfrm>
            <a:off x="423325" y="1385100"/>
            <a:ext cx="2357100" cy="2373300"/>
          </a:xfrm>
          <a:prstGeom prst="rect">
            <a:avLst/>
          </a:prstGeom>
          <a:noFill/>
          <a:ln w="28575" cap="flat" cmpd="sng">
            <a:solidFill>
              <a:schemeClr val="accent1"/>
            </a:solidFill>
            <a:prstDash val="solid"/>
            <a:round/>
            <a:headEnd type="none" w="sm" len="sm"/>
            <a:tailEnd type="none" w="sm" len="sm"/>
          </a:ln>
        </p:spPr>
      </p:pic>
      <p:sp>
        <p:nvSpPr>
          <p:cNvPr id="561" name="Google Shape;561;p66"/>
          <p:cNvSpPr/>
          <p:nvPr/>
        </p:nvSpPr>
        <p:spPr>
          <a:xfrm>
            <a:off x="423325" y="2459500"/>
            <a:ext cx="445200" cy="420300"/>
          </a:xfrm>
          <a:prstGeom prst="roundRect">
            <a:avLst>
              <a:gd name="adj" fmla="val 16667"/>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57">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57">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557">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557">
                                            <p:txEl>
                                              <p:pRg st="3" end="3"/>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557">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557">
                                            <p:txEl>
                                              <p:pRg st="5" end="5"/>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557">
                                            <p:txEl>
                                              <p:pRg st="6" end="6"/>
                                            </p:tx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557">
                                            <p:txEl>
                                              <p:pRg st="7" end="7"/>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557">
                                            <p:txEl>
                                              <p:pRg st="8" end="8"/>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557">
                                            <p:txEl>
                                              <p:pRg st="9" end="9"/>
                                            </p:txEl>
                                          </p:spTgt>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557">
                                            <p:txEl>
                                              <p:pRg st="10" end="10"/>
                                            </p:txEl>
                                          </p:spTgt>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0"/>
                                  </p:stCondLst>
                                  <p:childTnLst>
                                    <p:set>
                                      <p:cBhvr>
                                        <p:cTn id="39" dur="1" fill="hold">
                                          <p:stCondLst>
                                            <p:cond delay="0"/>
                                          </p:stCondLst>
                                        </p:cTn>
                                        <p:tgtEl>
                                          <p:spTgt spid="55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5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67"/>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567" name="Google Shape;567;p67"/>
          <p:cNvSpPr txBox="1">
            <a:spLocks noGrp="1"/>
          </p:cNvSpPr>
          <p:nvPr>
            <p:ph type="title"/>
          </p:nvPr>
        </p:nvSpPr>
        <p:spPr>
          <a:xfrm>
            <a:off x="188850" y="1220075"/>
            <a:ext cx="5126400" cy="497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2200"/>
              <a:buFont typeface="Arial"/>
              <a:buNone/>
            </a:pPr>
            <a:r>
              <a:rPr lang="en" sz="2200" b="1">
                <a:solidFill>
                  <a:srgbClr val="FF3932"/>
                </a:solidFill>
                <a:latin typeface="Arial"/>
                <a:ea typeface="Arial"/>
                <a:cs typeface="Arial"/>
                <a:sym typeface="Arial"/>
              </a:rPr>
              <a:t>Software Development Methodology</a:t>
            </a:r>
            <a:endParaRPr sz="1800" b="1">
              <a:latin typeface="Arial"/>
              <a:ea typeface="Arial"/>
              <a:cs typeface="Arial"/>
              <a:sym typeface="Arial"/>
            </a:endParaRPr>
          </a:p>
          <a:p>
            <a:pPr marL="0" lvl="0" indent="0" algn="l" rtl="0">
              <a:spcBef>
                <a:spcPts val="0"/>
              </a:spcBef>
              <a:spcAft>
                <a:spcPts val="0"/>
              </a:spcAft>
              <a:buNone/>
            </a:pPr>
            <a:endParaRPr sz="2600">
              <a:solidFill>
                <a:srgbClr val="FF3932"/>
              </a:solidFill>
            </a:endParaRPr>
          </a:p>
        </p:txBody>
      </p:sp>
      <p:sp>
        <p:nvSpPr>
          <p:cNvPr id="568" name="Google Shape;568;p67"/>
          <p:cNvSpPr txBox="1"/>
          <p:nvPr/>
        </p:nvSpPr>
        <p:spPr>
          <a:xfrm>
            <a:off x="284175" y="1707450"/>
            <a:ext cx="7727100" cy="252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a:solidFill>
                  <a:schemeClr val="dk1"/>
                </a:solidFill>
              </a:rPr>
              <a:t>Our project embraces Agile methodology to facilitate rapid and effective development within a limited timeframe. We prioritize iterative development and continuous feedback, enabling us to quickly prototype and engage with users throughout the development process. By adopting Agile principles, we ensure flexibility, responsiveness, and collaboration, allowing us to deliver value to our stakeholders efficiently.</a:t>
            </a:r>
            <a:endParaRPr sz="1500">
              <a:solidFill>
                <a:schemeClr val="dk1"/>
              </a:solidFill>
            </a:endParaRPr>
          </a:p>
          <a:p>
            <a:pPr marL="0" lvl="0" indent="0" algn="l" rtl="0">
              <a:spcBef>
                <a:spcPts val="1200"/>
              </a:spcBef>
              <a:spcAft>
                <a:spcPts val="0"/>
              </a:spcAft>
              <a:buClr>
                <a:schemeClr val="dk1"/>
              </a:buClr>
              <a:buSzPts val="1100"/>
              <a:buFont typeface="Arial"/>
              <a:buNone/>
            </a:pPr>
            <a:endParaRPr sz="1800">
              <a:solidFill>
                <a:schemeClr val="dk2"/>
              </a:solidFill>
              <a:latin typeface="Montserrat"/>
              <a:ea typeface="Montserrat"/>
              <a:cs typeface="Montserrat"/>
              <a:sym typeface="Montserrat"/>
            </a:endParaRPr>
          </a:p>
          <a:p>
            <a:pPr marL="0" lvl="0" indent="0" algn="l" rtl="0">
              <a:spcBef>
                <a:spcPts val="0"/>
              </a:spcBef>
              <a:spcAft>
                <a:spcPts val="0"/>
              </a:spcAft>
              <a:buNone/>
            </a:pPr>
            <a:endParaRPr sz="1800">
              <a:solidFill>
                <a:schemeClr val="dk2"/>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68"/>
          <p:cNvSpPr txBox="1">
            <a:spLocks noGrp="1"/>
          </p:cNvSpPr>
          <p:nvPr>
            <p:ph type="title"/>
          </p:nvPr>
        </p:nvSpPr>
        <p:spPr>
          <a:xfrm>
            <a:off x="2502900" y="2162550"/>
            <a:ext cx="4138200" cy="81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rgbClr val="FF3932"/>
                </a:solidFill>
              </a:rPr>
              <a:t>System Modeling</a:t>
            </a:r>
            <a:endParaRPr sz="4000">
              <a:solidFill>
                <a:srgbClr val="FF393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69"/>
          <p:cNvSpPr txBox="1">
            <a:spLocks noGrp="1"/>
          </p:cNvSpPr>
          <p:nvPr>
            <p:ph type="subTitle" idx="1"/>
          </p:nvPr>
        </p:nvSpPr>
        <p:spPr>
          <a:xfrm>
            <a:off x="317025" y="1897350"/>
            <a:ext cx="8307900" cy="348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50">
                <a:latin typeface="Arial"/>
                <a:ea typeface="Arial"/>
                <a:cs typeface="Arial"/>
                <a:sym typeface="Arial"/>
              </a:rPr>
              <a:t>View Layer: This layer represents the user interface                                                                     where users interact with the application.                                                                                     Users submit service requests through the view layer.</a:t>
            </a:r>
            <a:endParaRPr sz="1450">
              <a:latin typeface="Arial"/>
              <a:ea typeface="Arial"/>
              <a:cs typeface="Arial"/>
              <a:sym typeface="Arial"/>
            </a:endParaRPr>
          </a:p>
          <a:p>
            <a:pPr marL="0" lvl="0" indent="0" algn="l" rtl="0">
              <a:spcBef>
                <a:spcPts val="1200"/>
              </a:spcBef>
              <a:spcAft>
                <a:spcPts val="0"/>
              </a:spcAft>
              <a:buNone/>
            </a:pPr>
            <a:r>
              <a:rPr lang="en" sz="1450">
                <a:latin typeface="Arial"/>
                <a:ea typeface="Arial"/>
                <a:cs typeface="Arial"/>
                <a:sym typeface="Arial"/>
              </a:rPr>
              <a:t>Controller Layer: The controller layer receives requests                                                                          from the view layer, processes them, and sends them                                                                       to the appropriate model for further action.</a:t>
            </a:r>
            <a:endParaRPr sz="1450">
              <a:latin typeface="Arial"/>
              <a:ea typeface="Arial"/>
              <a:cs typeface="Arial"/>
              <a:sym typeface="Arial"/>
            </a:endParaRPr>
          </a:p>
          <a:p>
            <a:pPr marL="0" lvl="0" indent="0" algn="l" rtl="0">
              <a:spcBef>
                <a:spcPts val="1200"/>
              </a:spcBef>
              <a:spcAft>
                <a:spcPts val="1200"/>
              </a:spcAft>
              <a:buNone/>
            </a:pPr>
            <a:r>
              <a:rPr lang="en" sz="1450">
                <a:latin typeface="Arial"/>
                <a:ea typeface="Arial"/>
                <a:cs typeface="Arial"/>
                <a:sym typeface="Arial"/>
              </a:rPr>
              <a:t>Model Layer: The model layer handles data storage                                                                       and retrieval. It updates the data based on user                                                                      requests and interacts with the database.</a:t>
            </a:r>
            <a:endParaRPr sz="1450">
              <a:latin typeface="Arial"/>
              <a:ea typeface="Arial"/>
              <a:cs typeface="Arial"/>
              <a:sym typeface="Arial"/>
            </a:endParaRPr>
          </a:p>
        </p:txBody>
      </p:sp>
      <p:sp>
        <p:nvSpPr>
          <p:cNvPr id="579" name="Google Shape;579;p69"/>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580" name="Google Shape;580;p69"/>
          <p:cNvSpPr txBox="1">
            <a:spLocks noGrp="1"/>
          </p:cNvSpPr>
          <p:nvPr>
            <p:ph type="title"/>
          </p:nvPr>
        </p:nvSpPr>
        <p:spPr>
          <a:xfrm>
            <a:off x="146325" y="1247250"/>
            <a:ext cx="4686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solidFill>
                  <a:srgbClr val="FF3932"/>
                </a:solidFill>
              </a:rPr>
              <a:t>Application Architecture(MVC)</a:t>
            </a:r>
            <a:endParaRPr sz="2500">
              <a:solidFill>
                <a:srgbClr val="FF3932"/>
              </a:solidFill>
            </a:endParaRPr>
          </a:p>
        </p:txBody>
      </p:sp>
      <p:pic>
        <p:nvPicPr>
          <p:cNvPr id="581" name="Google Shape;581;p69"/>
          <p:cNvPicPr preferRelativeResize="0"/>
          <p:nvPr/>
        </p:nvPicPr>
        <p:blipFill rotWithShape="1">
          <a:blip r:embed="rId3">
            <a:alphaModFix/>
          </a:blip>
          <a:srcRect l="9917" t="7220" r="7087" b="8526"/>
          <a:stretch/>
        </p:blipFill>
        <p:spPr>
          <a:xfrm>
            <a:off x="4992425" y="1475850"/>
            <a:ext cx="4151575" cy="2427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pic>
        <p:nvPicPr>
          <p:cNvPr id="586" name="Google Shape;586;p70"/>
          <p:cNvPicPr preferRelativeResize="0"/>
          <p:nvPr/>
        </p:nvPicPr>
        <p:blipFill>
          <a:blip r:embed="rId3">
            <a:alphaModFix/>
          </a:blip>
          <a:stretch>
            <a:fillRect/>
          </a:stretch>
        </p:blipFill>
        <p:spPr>
          <a:xfrm>
            <a:off x="1302550" y="1456800"/>
            <a:ext cx="6305550" cy="3000375"/>
          </a:xfrm>
          <a:prstGeom prst="rect">
            <a:avLst/>
          </a:prstGeom>
          <a:noFill/>
          <a:ln>
            <a:noFill/>
          </a:ln>
        </p:spPr>
      </p:pic>
      <p:sp>
        <p:nvSpPr>
          <p:cNvPr id="587" name="Google Shape;587;p70"/>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588" name="Google Shape;588;p70"/>
          <p:cNvSpPr txBox="1">
            <a:spLocks noGrp="1"/>
          </p:cNvSpPr>
          <p:nvPr>
            <p:ph type="title" idx="4294967295"/>
          </p:nvPr>
        </p:nvSpPr>
        <p:spPr>
          <a:xfrm>
            <a:off x="188850" y="1067678"/>
            <a:ext cx="4323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F3932"/>
                </a:solidFill>
              </a:rPr>
              <a:t>Context diagram</a:t>
            </a:r>
            <a:endParaRPr sz="2600">
              <a:solidFill>
                <a:srgbClr val="FF393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pic>
        <p:nvPicPr>
          <p:cNvPr id="593" name="Google Shape;593;p71"/>
          <p:cNvPicPr preferRelativeResize="0"/>
          <p:nvPr/>
        </p:nvPicPr>
        <p:blipFill rotWithShape="1">
          <a:blip r:embed="rId3">
            <a:alphaModFix/>
          </a:blip>
          <a:srcRect r="4915" b="5695"/>
          <a:stretch/>
        </p:blipFill>
        <p:spPr>
          <a:xfrm>
            <a:off x="550700" y="1840950"/>
            <a:ext cx="7200250" cy="2254575"/>
          </a:xfrm>
          <a:prstGeom prst="rect">
            <a:avLst/>
          </a:prstGeom>
          <a:noFill/>
          <a:ln>
            <a:noFill/>
          </a:ln>
        </p:spPr>
      </p:pic>
      <p:sp>
        <p:nvSpPr>
          <p:cNvPr id="594" name="Google Shape;594;p71"/>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595" name="Google Shape;595;p71"/>
          <p:cNvSpPr txBox="1">
            <a:spLocks noGrp="1"/>
          </p:cNvSpPr>
          <p:nvPr>
            <p:ph type="title" idx="4294967295"/>
          </p:nvPr>
        </p:nvSpPr>
        <p:spPr>
          <a:xfrm>
            <a:off x="188850" y="1220078"/>
            <a:ext cx="4323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F3932"/>
                </a:solidFill>
              </a:rPr>
              <a:t>Use-case diagram</a:t>
            </a:r>
            <a:endParaRPr sz="2600">
              <a:solidFill>
                <a:srgbClr val="FF393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pic>
        <p:nvPicPr>
          <p:cNvPr id="600" name="Google Shape;600;p72"/>
          <p:cNvPicPr preferRelativeResize="0"/>
          <p:nvPr/>
        </p:nvPicPr>
        <p:blipFill rotWithShape="1">
          <a:blip r:embed="rId3">
            <a:alphaModFix/>
          </a:blip>
          <a:srcRect l="5633" b="5006"/>
          <a:stretch/>
        </p:blipFill>
        <p:spPr>
          <a:xfrm>
            <a:off x="784600" y="1650875"/>
            <a:ext cx="7604275" cy="3058225"/>
          </a:xfrm>
          <a:prstGeom prst="rect">
            <a:avLst/>
          </a:prstGeom>
          <a:noFill/>
          <a:ln>
            <a:noFill/>
          </a:ln>
        </p:spPr>
      </p:pic>
      <p:sp>
        <p:nvSpPr>
          <p:cNvPr id="601" name="Google Shape;601;p72"/>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602" name="Google Shape;602;p72"/>
          <p:cNvSpPr txBox="1">
            <a:spLocks noGrp="1"/>
          </p:cNvSpPr>
          <p:nvPr>
            <p:ph type="title" idx="4294967295"/>
          </p:nvPr>
        </p:nvSpPr>
        <p:spPr>
          <a:xfrm>
            <a:off x="188850" y="1067678"/>
            <a:ext cx="4323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F3932"/>
                </a:solidFill>
              </a:rPr>
              <a:t>Client use-case diagram</a:t>
            </a:r>
            <a:endParaRPr sz="2600">
              <a:solidFill>
                <a:srgbClr val="FF393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pic>
        <p:nvPicPr>
          <p:cNvPr id="607" name="Google Shape;607;p73"/>
          <p:cNvPicPr preferRelativeResize="0"/>
          <p:nvPr/>
        </p:nvPicPr>
        <p:blipFill>
          <a:blip r:embed="rId3">
            <a:alphaModFix/>
          </a:blip>
          <a:stretch>
            <a:fillRect/>
          </a:stretch>
        </p:blipFill>
        <p:spPr>
          <a:xfrm>
            <a:off x="328800" y="1998000"/>
            <a:ext cx="8297274" cy="2207225"/>
          </a:xfrm>
          <a:prstGeom prst="rect">
            <a:avLst/>
          </a:prstGeom>
          <a:noFill/>
          <a:ln>
            <a:noFill/>
          </a:ln>
        </p:spPr>
      </p:pic>
      <p:sp>
        <p:nvSpPr>
          <p:cNvPr id="608" name="Google Shape;608;p73"/>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sp>
        <p:nvSpPr>
          <p:cNvPr id="609" name="Google Shape;609;p73"/>
          <p:cNvSpPr txBox="1">
            <a:spLocks noGrp="1"/>
          </p:cNvSpPr>
          <p:nvPr>
            <p:ph type="title"/>
          </p:nvPr>
        </p:nvSpPr>
        <p:spPr>
          <a:xfrm>
            <a:off x="188850" y="1067678"/>
            <a:ext cx="4323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F3932"/>
                </a:solidFill>
              </a:rPr>
              <a:t>Technician use-case diagram</a:t>
            </a:r>
            <a:endParaRPr sz="2600">
              <a:solidFill>
                <a:srgbClr val="FF393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pic>
        <p:nvPicPr>
          <p:cNvPr id="614" name="Google Shape;614;p74"/>
          <p:cNvPicPr preferRelativeResize="0"/>
          <p:nvPr/>
        </p:nvPicPr>
        <p:blipFill>
          <a:blip r:embed="rId3">
            <a:alphaModFix/>
          </a:blip>
          <a:stretch>
            <a:fillRect/>
          </a:stretch>
        </p:blipFill>
        <p:spPr>
          <a:xfrm>
            <a:off x="96300" y="1232775"/>
            <a:ext cx="8877826" cy="3081400"/>
          </a:xfrm>
          <a:prstGeom prst="rect">
            <a:avLst/>
          </a:prstGeom>
          <a:noFill/>
          <a:ln>
            <a:noFill/>
          </a:ln>
        </p:spPr>
      </p:pic>
      <p:sp>
        <p:nvSpPr>
          <p:cNvPr id="615" name="Google Shape;615;p74"/>
          <p:cNvSpPr txBox="1">
            <a:spLocks noGrp="1"/>
          </p:cNvSpPr>
          <p:nvPr>
            <p:ph type="title" idx="4294967295"/>
          </p:nvPr>
        </p:nvSpPr>
        <p:spPr>
          <a:xfrm>
            <a:off x="405675" y="735078"/>
            <a:ext cx="4323000"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F3932"/>
                </a:solidFill>
              </a:rPr>
              <a:t>Data driven modeling</a:t>
            </a:r>
            <a:endParaRPr sz="2600">
              <a:solidFill>
                <a:srgbClr val="FF393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75"/>
          <p:cNvSpPr txBox="1">
            <a:spLocks noGrp="1"/>
          </p:cNvSpPr>
          <p:nvPr>
            <p:ph type="title"/>
          </p:nvPr>
        </p:nvSpPr>
        <p:spPr>
          <a:xfrm>
            <a:off x="-39750" y="1296278"/>
            <a:ext cx="4323000" cy="49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solidFill>
                  <a:srgbClr val="FF3932"/>
                </a:solidFill>
              </a:rPr>
              <a:t>Sequence diagram</a:t>
            </a:r>
            <a:endParaRPr sz="2600">
              <a:solidFill>
                <a:srgbClr val="FF3932"/>
              </a:solidFill>
            </a:endParaRPr>
          </a:p>
        </p:txBody>
      </p:sp>
      <p:cxnSp>
        <p:nvCxnSpPr>
          <p:cNvPr id="621" name="Google Shape;621;p75"/>
          <p:cNvCxnSpPr/>
          <p:nvPr/>
        </p:nvCxnSpPr>
        <p:spPr>
          <a:xfrm rot="10800000" flipH="1">
            <a:off x="4769075" y="4867550"/>
            <a:ext cx="3879300" cy="9600"/>
          </a:xfrm>
          <a:prstGeom prst="straightConnector1">
            <a:avLst/>
          </a:prstGeom>
          <a:noFill/>
          <a:ln w="9525" cap="flat" cmpd="sng">
            <a:solidFill>
              <a:schemeClr val="dk2"/>
            </a:solidFill>
            <a:prstDash val="solid"/>
            <a:round/>
            <a:headEnd type="none" w="med" len="med"/>
            <a:tailEnd type="none" w="med" len="med"/>
          </a:ln>
        </p:spPr>
      </p:cxnSp>
      <p:cxnSp>
        <p:nvCxnSpPr>
          <p:cNvPr id="622" name="Google Shape;622;p75"/>
          <p:cNvCxnSpPr/>
          <p:nvPr/>
        </p:nvCxnSpPr>
        <p:spPr>
          <a:xfrm rot="10800000" flipH="1">
            <a:off x="4905500" y="4879525"/>
            <a:ext cx="3582600" cy="4500"/>
          </a:xfrm>
          <a:prstGeom prst="straightConnector1">
            <a:avLst/>
          </a:prstGeom>
          <a:noFill/>
          <a:ln w="9525" cap="flat" cmpd="sng">
            <a:solidFill>
              <a:schemeClr val="dk2"/>
            </a:solidFill>
            <a:prstDash val="solid"/>
            <a:round/>
            <a:headEnd type="none" w="med" len="med"/>
            <a:tailEnd type="none" w="med" len="med"/>
          </a:ln>
        </p:spPr>
      </p:cxnSp>
      <p:sp>
        <p:nvSpPr>
          <p:cNvPr id="623" name="Google Shape;623;p75"/>
          <p:cNvSpPr txBox="1"/>
          <p:nvPr/>
        </p:nvSpPr>
        <p:spPr>
          <a:xfrm>
            <a:off x="1902300" y="5660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pic>
        <p:nvPicPr>
          <p:cNvPr id="624" name="Google Shape;624;p75"/>
          <p:cNvPicPr preferRelativeResize="0"/>
          <p:nvPr/>
        </p:nvPicPr>
        <p:blipFill rotWithShape="1">
          <a:blip r:embed="rId3">
            <a:alphaModFix/>
          </a:blip>
          <a:srcRect l="10722" t="5164" b="5173"/>
          <a:stretch/>
        </p:blipFill>
        <p:spPr>
          <a:xfrm>
            <a:off x="5736712" y="566025"/>
            <a:ext cx="2996513" cy="42991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76"/>
          <p:cNvSpPr txBox="1"/>
          <p:nvPr/>
        </p:nvSpPr>
        <p:spPr>
          <a:xfrm>
            <a:off x="1749900" y="413625"/>
            <a:ext cx="5644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rgbClr val="6AA84F"/>
                </a:solidFill>
                <a:latin typeface="Vidaloka"/>
                <a:ea typeface="Vidaloka"/>
                <a:cs typeface="Vidaloka"/>
                <a:sym typeface="Vidaloka"/>
              </a:rPr>
              <a:t>E-Technician</a:t>
            </a:r>
            <a:endParaRPr sz="2400">
              <a:solidFill>
                <a:srgbClr val="6AA84F"/>
              </a:solidFill>
            </a:endParaRPr>
          </a:p>
        </p:txBody>
      </p:sp>
      <p:pic>
        <p:nvPicPr>
          <p:cNvPr id="630" name="Google Shape;630;p76"/>
          <p:cNvPicPr preferRelativeResize="0"/>
          <p:nvPr/>
        </p:nvPicPr>
        <p:blipFill rotWithShape="1">
          <a:blip r:embed="rId3">
            <a:alphaModFix/>
          </a:blip>
          <a:srcRect l="5589" t="6747" r="5837" b="6739"/>
          <a:stretch/>
        </p:blipFill>
        <p:spPr>
          <a:xfrm>
            <a:off x="1830925" y="967350"/>
            <a:ext cx="6003651" cy="3794926"/>
          </a:xfrm>
          <a:prstGeom prst="rect">
            <a:avLst/>
          </a:prstGeom>
          <a:noFill/>
          <a:ln>
            <a:noFill/>
          </a:ln>
        </p:spPr>
      </p:pic>
      <p:sp>
        <p:nvSpPr>
          <p:cNvPr id="631" name="Google Shape;631;p76"/>
          <p:cNvSpPr txBox="1">
            <a:spLocks noGrp="1"/>
          </p:cNvSpPr>
          <p:nvPr>
            <p:ph type="title"/>
          </p:nvPr>
        </p:nvSpPr>
        <p:spPr>
          <a:xfrm>
            <a:off x="-473050" y="1288625"/>
            <a:ext cx="4323000" cy="55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solidFill>
                  <a:srgbClr val="FF3932"/>
                </a:solidFill>
              </a:rPr>
              <a:t>Database design</a:t>
            </a:r>
            <a:endParaRPr sz="2600">
              <a:solidFill>
                <a:srgbClr val="FF393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77"/>
          <p:cNvSpPr txBox="1">
            <a:spLocks noGrp="1"/>
          </p:cNvSpPr>
          <p:nvPr>
            <p:ph type="title"/>
          </p:nvPr>
        </p:nvSpPr>
        <p:spPr>
          <a:xfrm>
            <a:off x="1994850" y="1482825"/>
            <a:ext cx="5154300" cy="129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637" name="Google Shape;637;p77"/>
          <p:cNvSpPr txBox="1">
            <a:spLocks noGrp="1"/>
          </p:cNvSpPr>
          <p:nvPr>
            <p:ph type="subTitle" idx="1"/>
          </p:nvPr>
        </p:nvSpPr>
        <p:spPr>
          <a:xfrm>
            <a:off x="2299500" y="2819750"/>
            <a:ext cx="4545000" cy="55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Any question?</a:t>
            </a:r>
            <a:endParaRPr/>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1025</Words>
  <Application>Microsoft Office PowerPoint</Application>
  <PresentationFormat>On-screen Show (16:9)</PresentationFormat>
  <Paragraphs>134</Paragraphs>
  <Slides>23</Slides>
  <Notes>23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23</vt:i4>
      </vt:variant>
    </vt:vector>
  </HeadingPairs>
  <TitlesOfParts>
    <vt:vector size="37" baseType="lpstr">
      <vt:lpstr>Arial</vt:lpstr>
      <vt:lpstr>Josefin Sans</vt:lpstr>
      <vt:lpstr>Roboto</vt:lpstr>
      <vt:lpstr>Russo One</vt:lpstr>
      <vt:lpstr>Montserrat</vt:lpstr>
      <vt:lpstr>Vidaloka</vt:lpstr>
      <vt:lpstr>Crimson Text</vt:lpstr>
      <vt:lpstr>Lato</vt:lpstr>
      <vt:lpstr>Merriweather Light</vt:lpstr>
      <vt:lpstr>Open Sans SemiBold</vt:lpstr>
      <vt:lpstr>Open Sans</vt:lpstr>
      <vt:lpstr>Rockwell</vt:lpstr>
      <vt:lpstr>Mako</vt:lpstr>
      <vt:lpstr>Minimalist Business Slides XL by Slidesgo</vt:lpstr>
      <vt:lpstr>E-Technician </vt:lpstr>
      <vt:lpstr>Project description </vt:lpstr>
      <vt:lpstr>Objectives of the project</vt:lpstr>
      <vt:lpstr>Targeted audience</vt:lpstr>
      <vt:lpstr>Software Process Modeling</vt:lpstr>
      <vt:lpstr>Stakeholders</vt:lpstr>
      <vt:lpstr>System specification</vt:lpstr>
      <vt:lpstr>Functional requirements:</vt:lpstr>
      <vt:lpstr>Non-functional requirements:</vt:lpstr>
      <vt:lpstr>Used technologies</vt:lpstr>
      <vt:lpstr>PowerPoint Presentation</vt:lpstr>
      <vt:lpstr>PowerPoint Presentation</vt:lpstr>
      <vt:lpstr>Software Development Methodology </vt:lpstr>
      <vt:lpstr>System Modeling</vt:lpstr>
      <vt:lpstr>Application Architecture(MVC)</vt:lpstr>
      <vt:lpstr>Context diagram</vt:lpstr>
      <vt:lpstr>Use-case diagram</vt:lpstr>
      <vt:lpstr>Client use-case diagram</vt:lpstr>
      <vt:lpstr>Technician use-case diagram</vt:lpstr>
      <vt:lpstr>Data driven modeling</vt:lpstr>
      <vt:lpstr>Sequence diagram</vt:lpstr>
      <vt:lpstr>Database design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Ammar .</cp:lastModifiedBy>
  <cp:revision>1</cp:revision>
  <dcterms:modified xsi:type="dcterms:W3CDTF">2026-02-11T06:01:10Z</dcterms:modified>
</cp:coreProperties>
</file>